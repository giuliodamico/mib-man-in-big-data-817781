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2"/>
  </p:notesMasterIdLst>
  <p:sldIdLst>
    <p:sldId id="257" r:id="rId5"/>
    <p:sldId id="280" r:id="rId6"/>
    <p:sldId id="259" r:id="rId7"/>
    <p:sldId id="2147483034" r:id="rId8"/>
    <p:sldId id="2147482538" r:id="rId9"/>
    <p:sldId id="2147483033" r:id="rId10"/>
    <p:sldId id="2147482933" r:id="rId11"/>
    <p:sldId id="2147483030" r:id="rId12"/>
    <p:sldId id="2147483031" r:id="rId13"/>
    <p:sldId id="2147483032" r:id="rId14"/>
    <p:sldId id="282" r:id="rId15"/>
    <p:sldId id="2147482932" r:id="rId16"/>
    <p:sldId id="2147483021" r:id="rId17"/>
    <p:sldId id="285" r:id="rId18"/>
    <p:sldId id="2147483019" r:id="rId19"/>
    <p:sldId id="2147483020" r:id="rId20"/>
    <p:sldId id="2147483036"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4658A25-0077-AE48-9646-CE781C11CE22}">
          <p14:sldIdLst>
            <p14:sldId id="257"/>
            <p14:sldId id="280"/>
            <p14:sldId id="259"/>
            <p14:sldId id="2147483034"/>
            <p14:sldId id="2147482538"/>
            <p14:sldId id="2147483033"/>
            <p14:sldId id="2147482933"/>
            <p14:sldId id="2147483030"/>
            <p14:sldId id="2147483031"/>
            <p14:sldId id="2147483032"/>
            <p14:sldId id="282"/>
            <p14:sldId id="2147482932"/>
            <p14:sldId id="2147483021"/>
            <p14:sldId id="285"/>
            <p14:sldId id="2147483019"/>
            <p14:sldId id="2147483020"/>
            <p14:sldId id="2147483036"/>
          </p14:sldIdLst>
        </p14:section>
        <p14:section name="Slide Master" id="{6BDD90B9-F32D-F94E-B1E1-99469180F66A}">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8F97A67-50CD-8A2D-968F-3283851C2FA2}" name="HELMAOUI Imrane" initials="" userId="S::imrane.helmaoui@ulb.be::09a05ef0-98dd-4f6e-923c-b84abfa78bdb" providerId="AD"/>
  <p188:author id="{892AAB91-4076-EBF9-8947-EECAE4E16E47}" name="BURHIN Valentin" initials="" userId="S::Valentin.Burhin@ulb.be::42bb2121-3df1-408c-b25e-01a84c1382b2" providerId="AD"/>
  <p188:author id="{287582B0-C776-C692-EFD6-B2F895D16860}" name="Georges Alexis Mitracos" initials="GM" userId="S::g.mitracos@studenti.luiss.it::377c7eb9-f363-4d25-9288-f270016a9353" providerId="AD"/>
  <p188:author id="{1C2271C3-79CD-5BEF-4D7E-929AB5A4613A}" name="Carlo Salvatore Magnano" initials="CM" userId="S::carlosalvato.magnano@studenti.luiss.it::04552beb-6937-4c4e-89a4-3c34d038ff20" providerId="AD"/>
  <p188:author id="{123A16CF-38A5-C4DC-4523-F33B53F31730}" name="MITRACOS Georges-Alexis" initials="GM" userId="S::georgesalexis.mitracos@ulb.be::2eed2a04-fce8-4c32-a63b-9ff24f19d2a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6057"/>
    <a:srgbClr val="6B707A"/>
    <a:srgbClr val="4E81BD"/>
    <a:srgbClr val="009688"/>
    <a:srgbClr val="1F497D"/>
    <a:srgbClr val="195C8A"/>
    <a:srgbClr val="C49B2A"/>
    <a:srgbClr val="00142A"/>
    <a:srgbClr val="E0E2E7"/>
    <a:srgbClr val="1B2A4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6EB31E-D236-4502-B8BF-8064EDE2D03B}" v="208" dt="2026-05-01T18:02:24.2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259" y="259"/>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is MTC" userId="a16190d96cca1a59" providerId="LiveId" clId="{E5DD75F8-2736-4724-BCBD-FB28291E9303}"/>
    <pc:docChg chg="undo redo custSel addSld delSld modSld modMainMaster modSection">
      <pc:chgData name="Alexis MTC" userId="a16190d96cca1a59" providerId="LiveId" clId="{E5DD75F8-2736-4724-BCBD-FB28291E9303}" dt="2026-05-01T18:34:54.153" v="1978" actId="20577"/>
      <pc:docMkLst>
        <pc:docMk/>
      </pc:docMkLst>
      <pc:sldChg chg="addSp delSp modSp mod">
        <pc:chgData name="Alexis MTC" userId="a16190d96cca1a59" providerId="LiveId" clId="{E5DD75F8-2736-4724-BCBD-FB28291E9303}" dt="2026-04-30T11:31:00.826" v="154" actId="478"/>
        <pc:sldMkLst>
          <pc:docMk/>
          <pc:sldMk cId="0" sldId="257"/>
        </pc:sldMkLst>
        <pc:spChg chg="add del">
          <ac:chgData name="Alexis MTC" userId="a16190d96cca1a59" providerId="LiveId" clId="{E5DD75F8-2736-4724-BCBD-FB28291E9303}" dt="2026-04-30T11:30:26.626" v="149" actId="478"/>
          <ac:spMkLst>
            <pc:docMk/>
            <pc:sldMk cId="0" sldId="257"/>
            <ac:spMk id="2" creationId="{6950A60A-D14E-2735-7812-BB03DD934791}"/>
          </ac:spMkLst>
        </pc:spChg>
        <pc:spChg chg="del">
          <ac:chgData name="Alexis MTC" userId="a16190d96cca1a59" providerId="LiveId" clId="{E5DD75F8-2736-4724-BCBD-FB28291E9303}" dt="2026-04-30T10:37:33.754" v="28" actId="478"/>
          <ac:spMkLst>
            <pc:docMk/>
            <pc:sldMk cId="0" sldId="257"/>
            <ac:spMk id="4" creationId="{00000000-0000-0000-0000-000000000000}"/>
          </ac:spMkLst>
        </pc:spChg>
        <pc:spChg chg="mod">
          <ac:chgData name="Alexis MTC" userId="a16190d96cca1a59" providerId="LiveId" clId="{E5DD75F8-2736-4724-BCBD-FB28291E9303}" dt="2026-04-30T10:38:08.984" v="33"/>
          <ac:spMkLst>
            <pc:docMk/>
            <pc:sldMk cId="0" sldId="257"/>
            <ac:spMk id="5" creationId="{00000000-0000-0000-0000-000000000000}"/>
          </ac:spMkLst>
        </pc:spChg>
        <pc:spChg chg="mod">
          <ac:chgData name="Alexis MTC" userId="a16190d96cca1a59" providerId="LiveId" clId="{E5DD75F8-2736-4724-BCBD-FB28291E9303}" dt="2026-04-30T10:36:58.119" v="25"/>
          <ac:spMkLst>
            <pc:docMk/>
            <pc:sldMk cId="0" sldId="257"/>
            <ac:spMk id="7" creationId="{00000000-0000-0000-0000-000000000000}"/>
          </ac:spMkLst>
        </pc:spChg>
        <pc:picChg chg="add del mod">
          <ac:chgData name="Alexis MTC" userId="a16190d96cca1a59" providerId="LiveId" clId="{E5DD75F8-2736-4724-BCBD-FB28291E9303}" dt="2026-04-30T11:31:00.826" v="154" actId="478"/>
          <ac:picMkLst>
            <pc:docMk/>
            <pc:sldMk cId="0" sldId="257"/>
            <ac:picMk id="3" creationId="{E7DA0D5B-9274-E161-1E4B-818B711AEC4C}"/>
          </ac:picMkLst>
        </pc:picChg>
        <pc:picChg chg="del">
          <ac:chgData name="Alexis MTC" userId="a16190d96cca1a59" providerId="LiveId" clId="{E5DD75F8-2736-4724-BCBD-FB28291E9303}" dt="2026-04-30T10:37:30.649" v="27" actId="478"/>
          <ac:picMkLst>
            <pc:docMk/>
            <pc:sldMk cId="0" sldId="257"/>
            <ac:picMk id="10" creationId="{15572CCF-AC2D-8217-6D43-6C94F871FFEC}"/>
          </ac:picMkLst>
        </pc:picChg>
        <pc:picChg chg="add del mod">
          <ac:chgData name="Alexis MTC" userId="a16190d96cca1a59" providerId="LiveId" clId="{E5DD75F8-2736-4724-BCBD-FB28291E9303}" dt="2026-04-30T11:26:19.200" v="91" actId="478"/>
          <ac:picMkLst>
            <pc:docMk/>
            <pc:sldMk cId="0" sldId="257"/>
            <ac:picMk id="1026" creationId="{C4F2DE89-06FC-48B3-E8DC-B9083A51736B}"/>
          </ac:picMkLst>
        </pc:picChg>
        <pc:picChg chg="add mod">
          <ac:chgData name="Alexis MTC" userId="a16190d96cca1a59" providerId="LiveId" clId="{E5DD75F8-2736-4724-BCBD-FB28291E9303}" dt="2026-04-30T11:26:29.944" v="94" actId="1076"/>
          <ac:picMkLst>
            <pc:docMk/>
            <pc:sldMk cId="0" sldId="257"/>
            <ac:picMk id="1028" creationId="{4203394A-339F-8DB3-DD12-C4F2437E27C2}"/>
          </ac:picMkLst>
        </pc:picChg>
      </pc:sldChg>
      <pc:sldChg chg="delSp modSp mod">
        <pc:chgData name="Alexis MTC" userId="a16190d96cca1a59" providerId="LiveId" clId="{E5DD75F8-2736-4724-BCBD-FB28291E9303}" dt="2026-05-01T18:34:54.153" v="1978" actId="20577"/>
        <pc:sldMkLst>
          <pc:docMk/>
          <pc:sldMk cId="0" sldId="259"/>
        </pc:sldMkLst>
        <pc:spChg chg="del">
          <ac:chgData name="Alexis MTC" userId="a16190d96cca1a59" providerId="LiveId" clId="{E5DD75F8-2736-4724-BCBD-FB28291E9303}" dt="2026-04-30T11:29:36.791" v="111" actId="478"/>
          <ac:spMkLst>
            <pc:docMk/>
            <pc:sldMk cId="0" sldId="259"/>
            <ac:spMk id="10" creationId="{F7886639-87DC-76FC-A329-CFDE70BA7BCA}"/>
          </ac:spMkLst>
        </pc:spChg>
        <pc:spChg chg="mod">
          <ac:chgData name="Alexis MTC" userId="a16190d96cca1a59" providerId="LiveId" clId="{E5DD75F8-2736-4724-BCBD-FB28291E9303}" dt="2026-05-01T18:34:54.153" v="1978" actId="20577"/>
          <ac:spMkLst>
            <pc:docMk/>
            <pc:sldMk cId="0" sldId="259"/>
            <ac:spMk id="11" creationId="{B1D50B09-03D1-E551-7F78-224BA6E4A9AC}"/>
          </ac:spMkLst>
        </pc:spChg>
        <pc:spChg chg="mod">
          <ac:chgData name="Alexis MTC" userId="a16190d96cca1a59" providerId="LiveId" clId="{E5DD75F8-2736-4724-BCBD-FB28291E9303}" dt="2026-04-30T11:22:24.272" v="77"/>
          <ac:spMkLst>
            <pc:docMk/>
            <pc:sldMk cId="0" sldId="259"/>
            <ac:spMk id="13" creationId="{4A4D09E7-FFD2-B3F4-12F4-4B3DAC4AB9AE}"/>
          </ac:spMkLst>
        </pc:spChg>
      </pc:sldChg>
      <pc:sldChg chg="del">
        <pc:chgData name="Alexis MTC" userId="a16190d96cca1a59" providerId="LiveId" clId="{E5DD75F8-2736-4724-BCBD-FB28291E9303}" dt="2026-05-01T17:58:41.454" v="1406" actId="47"/>
        <pc:sldMkLst>
          <pc:docMk/>
          <pc:sldMk cId="0" sldId="274"/>
        </pc:sldMkLst>
      </pc:sldChg>
      <pc:sldChg chg="del">
        <pc:chgData name="Alexis MTC" userId="a16190d96cca1a59" providerId="LiveId" clId="{E5DD75F8-2736-4724-BCBD-FB28291E9303}" dt="2026-05-01T17:58:42.088" v="1407" actId="47"/>
        <pc:sldMkLst>
          <pc:docMk/>
          <pc:sldMk cId="0" sldId="275"/>
        </pc:sldMkLst>
      </pc:sldChg>
      <pc:sldChg chg="del">
        <pc:chgData name="Alexis MTC" userId="a16190d96cca1a59" providerId="LiveId" clId="{E5DD75F8-2736-4724-BCBD-FB28291E9303}" dt="2026-05-01T17:58:42.722" v="1408" actId="47"/>
        <pc:sldMkLst>
          <pc:docMk/>
          <pc:sldMk cId="0" sldId="276"/>
        </pc:sldMkLst>
      </pc:sldChg>
      <pc:sldChg chg="del">
        <pc:chgData name="Alexis MTC" userId="a16190d96cca1a59" providerId="LiveId" clId="{E5DD75F8-2736-4724-BCBD-FB28291E9303}" dt="2026-05-01T17:58:43.193" v="1409" actId="47"/>
        <pc:sldMkLst>
          <pc:docMk/>
          <pc:sldMk cId="0" sldId="277"/>
        </pc:sldMkLst>
      </pc:sldChg>
      <pc:sldChg chg="del">
        <pc:chgData name="Alexis MTC" userId="a16190d96cca1a59" providerId="LiveId" clId="{E5DD75F8-2736-4724-BCBD-FB28291E9303}" dt="2026-05-01T17:58:43.717" v="1410" actId="47"/>
        <pc:sldMkLst>
          <pc:docMk/>
          <pc:sldMk cId="0" sldId="278"/>
        </pc:sldMkLst>
      </pc:sldChg>
      <pc:sldChg chg="modSp mod">
        <pc:chgData name="Alexis MTC" userId="a16190d96cca1a59" providerId="LiveId" clId="{E5DD75F8-2736-4724-BCBD-FB28291E9303}" dt="2026-05-01T18:34:40.395" v="1958" actId="20577"/>
        <pc:sldMkLst>
          <pc:docMk/>
          <pc:sldMk cId="3225831542" sldId="280"/>
        </pc:sldMkLst>
        <pc:spChg chg="mod">
          <ac:chgData name="Alexis MTC" userId="a16190d96cca1a59" providerId="LiveId" clId="{E5DD75F8-2736-4724-BCBD-FB28291E9303}" dt="2026-05-01T18:34:40.395" v="1958" actId="20577"/>
          <ac:spMkLst>
            <pc:docMk/>
            <pc:sldMk cId="3225831542" sldId="280"/>
            <ac:spMk id="6" creationId="{30AF3821-84C2-6117-CEB4-FB2977A13AB1}"/>
          </ac:spMkLst>
        </pc:spChg>
        <pc:spChg chg="mod">
          <ac:chgData name="Alexis MTC" userId="a16190d96cca1a59" providerId="LiveId" clId="{E5DD75F8-2736-4724-BCBD-FB28291E9303}" dt="2026-04-30T11:19:18.817" v="52" actId="108"/>
          <ac:spMkLst>
            <pc:docMk/>
            <pc:sldMk cId="3225831542" sldId="280"/>
            <ac:spMk id="7" creationId="{AD7359C0-0AFA-356C-F00A-5AF6A2C4FC89}"/>
          </ac:spMkLst>
        </pc:spChg>
        <pc:spChg chg="mod">
          <ac:chgData name="Alexis MTC" userId="a16190d96cca1a59" providerId="LiveId" clId="{E5DD75F8-2736-4724-BCBD-FB28291E9303}" dt="2026-04-30T11:17:13.332" v="41"/>
          <ac:spMkLst>
            <pc:docMk/>
            <pc:sldMk cId="3225831542" sldId="280"/>
            <ac:spMk id="10" creationId="{29FFD063-7BB9-CACD-323D-1570F96DFD4D}"/>
          </ac:spMkLst>
        </pc:spChg>
        <pc:spChg chg="mod">
          <ac:chgData name="Alexis MTC" userId="a16190d96cca1a59" providerId="LiveId" clId="{E5DD75F8-2736-4724-BCBD-FB28291E9303}" dt="2026-04-30T11:17:23.677" v="42"/>
          <ac:spMkLst>
            <pc:docMk/>
            <pc:sldMk cId="3225831542" sldId="280"/>
            <ac:spMk id="14" creationId="{32F8D208-4B61-69BF-E242-3E5BA8D2AB68}"/>
          </ac:spMkLst>
        </pc:spChg>
        <pc:spChg chg="mod">
          <ac:chgData name="Alexis MTC" userId="a16190d96cca1a59" providerId="LiveId" clId="{E5DD75F8-2736-4724-BCBD-FB28291E9303}" dt="2026-04-30T11:20:20.792" v="59"/>
          <ac:spMkLst>
            <pc:docMk/>
            <pc:sldMk cId="3225831542" sldId="280"/>
            <ac:spMk id="15" creationId="{C35D35A7-B900-55B3-5E60-A0C13DEAAC90}"/>
          </ac:spMkLst>
        </pc:spChg>
        <pc:spChg chg="mod">
          <ac:chgData name="Alexis MTC" userId="a16190d96cca1a59" providerId="LiveId" clId="{E5DD75F8-2736-4724-BCBD-FB28291E9303}" dt="2026-04-30T11:17:41.912" v="43"/>
          <ac:spMkLst>
            <pc:docMk/>
            <pc:sldMk cId="3225831542" sldId="280"/>
            <ac:spMk id="18" creationId="{1C7AF36A-F7AE-BEB0-1D97-866CC5D866FD}"/>
          </ac:spMkLst>
        </pc:spChg>
        <pc:spChg chg="mod">
          <ac:chgData name="Alexis MTC" userId="a16190d96cca1a59" providerId="LiveId" clId="{E5DD75F8-2736-4724-BCBD-FB28291E9303}" dt="2026-04-30T11:21:13.981" v="68"/>
          <ac:spMkLst>
            <pc:docMk/>
            <pc:sldMk cId="3225831542" sldId="280"/>
            <ac:spMk id="19" creationId="{8750904B-05D7-7E46-B4AD-A12E7A60995A}"/>
          </ac:spMkLst>
        </pc:spChg>
        <pc:spChg chg="mod">
          <ac:chgData name="Alexis MTC" userId="a16190d96cca1a59" providerId="LiveId" clId="{E5DD75F8-2736-4724-BCBD-FB28291E9303}" dt="2026-04-30T11:19:35.405" v="53" actId="108"/>
          <ac:spMkLst>
            <pc:docMk/>
            <pc:sldMk cId="3225831542" sldId="280"/>
            <ac:spMk id="26" creationId="{DDDA4D12-18CD-9974-0E90-259792D58A48}"/>
          </ac:spMkLst>
        </pc:spChg>
      </pc:sldChg>
      <pc:sldChg chg="delSp modSp mod">
        <pc:chgData name="Alexis MTC" userId="a16190d96cca1a59" providerId="LiveId" clId="{E5DD75F8-2736-4724-BCBD-FB28291E9303}" dt="2026-04-30T11:24:40.457" v="89" actId="478"/>
        <pc:sldMkLst>
          <pc:docMk/>
          <pc:sldMk cId="1033534116" sldId="282"/>
        </pc:sldMkLst>
        <pc:spChg chg="mod">
          <ac:chgData name="Alexis MTC" userId="a16190d96cca1a59" providerId="LiveId" clId="{E5DD75F8-2736-4724-BCBD-FB28291E9303}" dt="2026-04-30T11:23:27.773" v="83"/>
          <ac:spMkLst>
            <pc:docMk/>
            <pc:sldMk cId="1033534116" sldId="282"/>
            <ac:spMk id="5" creationId="{6805167B-38FB-3034-041C-9D51827EBE08}"/>
          </ac:spMkLst>
        </pc:spChg>
        <pc:spChg chg="del">
          <ac:chgData name="Alexis MTC" userId="a16190d96cca1a59" providerId="LiveId" clId="{E5DD75F8-2736-4724-BCBD-FB28291E9303}" dt="2026-04-30T11:24:40.457" v="89" actId="478"/>
          <ac:spMkLst>
            <pc:docMk/>
            <pc:sldMk cId="1033534116" sldId="282"/>
            <ac:spMk id="11" creationId="{DE1F2BBC-9352-7112-E907-CE07EE564435}"/>
          </ac:spMkLst>
        </pc:spChg>
        <pc:spChg chg="mod">
          <ac:chgData name="Alexis MTC" userId="a16190d96cca1a59" providerId="LiveId" clId="{E5DD75F8-2736-4724-BCBD-FB28291E9303}" dt="2026-04-30T11:23:43.907" v="84"/>
          <ac:spMkLst>
            <pc:docMk/>
            <pc:sldMk cId="1033534116" sldId="282"/>
            <ac:spMk id="14" creationId="{CA5F01FC-FF1E-3881-C30D-B7646915C180}"/>
          </ac:spMkLst>
        </pc:spChg>
      </pc:sldChg>
      <pc:sldChg chg="delSp modSp mod">
        <pc:chgData name="Alexis MTC" userId="a16190d96cca1a59" providerId="LiveId" clId="{E5DD75F8-2736-4724-BCBD-FB28291E9303}" dt="2026-04-30T11:24:24.278" v="87" actId="478"/>
        <pc:sldMkLst>
          <pc:docMk/>
          <pc:sldMk cId="4087326186" sldId="285"/>
        </pc:sldMkLst>
        <pc:spChg chg="mod">
          <ac:chgData name="Alexis MTC" userId="a16190d96cca1a59" providerId="LiveId" clId="{E5DD75F8-2736-4724-BCBD-FB28291E9303}" dt="2026-04-30T11:24:04.747" v="85"/>
          <ac:spMkLst>
            <pc:docMk/>
            <pc:sldMk cId="4087326186" sldId="285"/>
            <ac:spMk id="5" creationId="{05213FCE-18F4-8936-A829-9B4F1C29B26A}"/>
          </ac:spMkLst>
        </pc:spChg>
        <pc:spChg chg="mod">
          <ac:chgData name="Alexis MTC" userId="a16190d96cca1a59" providerId="LiveId" clId="{E5DD75F8-2736-4724-BCBD-FB28291E9303}" dt="2026-04-30T11:24:19.802" v="86"/>
          <ac:spMkLst>
            <pc:docMk/>
            <pc:sldMk cId="4087326186" sldId="285"/>
            <ac:spMk id="10" creationId="{C114D017-C169-9152-DF4A-FA8471F87E1B}"/>
          </ac:spMkLst>
        </pc:spChg>
        <pc:spChg chg="del">
          <ac:chgData name="Alexis MTC" userId="a16190d96cca1a59" providerId="LiveId" clId="{E5DD75F8-2736-4724-BCBD-FB28291E9303}" dt="2026-04-30T11:24:24.278" v="87" actId="478"/>
          <ac:spMkLst>
            <pc:docMk/>
            <pc:sldMk cId="4087326186" sldId="285"/>
            <ac:spMk id="11" creationId="{35763FE4-7179-B167-A11C-54B73F7C5701}"/>
          </ac:spMkLst>
        </pc:spChg>
      </pc:sldChg>
      <pc:sldChg chg="addSp delSp modSp mod">
        <pc:chgData name="Alexis MTC" userId="a16190d96cca1a59" providerId="LiveId" clId="{E5DD75F8-2736-4724-BCBD-FB28291E9303}" dt="2026-05-01T14:05:29.796" v="491" actId="113"/>
        <pc:sldMkLst>
          <pc:docMk/>
          <pc:sldMk cId="1019253677" sldId="2147482538"/>
        </pc:sldMkLst>
        <pc:spChg chg="add del mod">
          <ac:chgData name="Alexis MTC" userId="a16190d96cca1a59" providerId="LiveId" clId="{E5DD75F8-2736-4724-BCBD-FB28291E9303}" dt="2026-05-01T13:49:54.588" v="412"/>
          <ac:spMkLst>
            <pc:docMk/>
            <pc:sldMk cId="1019253677" sldId="2147482538"/>
            <ac:spMk id="2" creationId="{9E0E96C7-C561-0FF9-5549-89D1F8E8BE41}"/>
          </ac:spMkLst>
        </pc:spChg>
        <pc:spChg chg="mod">
          <ac:chgData name="Alexis MTC" userId="a16190d96cca1a59" providerId="LiveId" clId="{E5DD75F8-2736-4724-BCBD-FB28291E9303}" dt="2026-05-01T13:33:17.490" v="368"/>
          <ac:spMkLst>
            <pc:docMk/>
            <pc:sldMk cId="1019253677" sldId="2147482538"/>
            <ac:spMk id="10" creationId="{6BCBD099-5E93-2817-541B-C6C6E87BD2AC}"/>
          </ac:spMkLst>
        </pc:spChg>
        <pc:spChg chg="mod">
          <ac:chgData name="Alexis MTC" userId="a16190d96cca1a59" providerId="LiveId" clId="{E5DD75F8-2736-4724-BCBD-FB28291E9303}" dt="2026-05-01T13:52:04.125" v="482" actId="20577"/>
          <ac:spMkLst>
            <pc:docMk/>
            <pc:sldMk cId="1019253677" sldId="2147482538"/>
            <ac:spMk id="11" creationId="{9E364E8C-17F7-6219-4C8B-473F9A608BF7}"/>
          </ac:spMkLst>
        </pc:spChg>
        <pc:spChg chg="mod">
          <ac:chgData name="Alexis MTC" userId="a16190d96cca1a59" providerId="LiveId" clId="{E5DD75F8-2736-4724-BCBD-FB28291E9303}" dt="2026-05-01T13:44:29.889" v="384" actId="1076"/>
          <ac:spMkLst>
            <pc:docMk/>
            <pc:sldMk cId="1019253677" sldId="2147482538"/>
            <ac:spMk id="50" creationId="{E453F63E-5831-0425-888A-8A989641AD06}"/>
          </ac:spMkLst>
        </pc:spChg>
        <pc:spChg chg="mod">
          <ac:chgData name="Alexis MTC" userId="a16190d96cca1a59" providerId="LiveId" clId="{E5DD75F8-2736-4724-BCBD-FB28291E9303}" dt="2026-05-01T14:05:29.796" v="491" actId="113"/>
          <ac:spMkLst>
            <pc:docMk/>
            <pc:sldMk cId="1019253677" sldId="2147482538"/>
            <ac:spMk id="53" creationId="{74AAA35B-0F45-BF5E-88FD-BE2E9D17E514}"/>
          </ac:spMkLst>
        </pc:spChg>
        <pc:spChg chg="del">
          <ac:chgData name="Alexis MTC" userId="a16190d96cca1a59" providerId="LiveId" clId="{E5DD75F8-2736-4724-BCBD-FB28291E9303}" dt="2026-05-01T13:41:56.867" v="371" actId="478"/>
          <ac:spMkLst>
            <pc:docMk/>
            <pc:sldMk cId="1019253677" sldId="2147482538"/>
            <ac:spMk id="59" creationId="{76454DEC-79A0-1455-9EFA-D0CA5CFDAEEE}"/>
          </ac:spMkLst>
        </pc:spChg>
        <pc:spChg chg="mod">
          <ac:chgData name="Alexis MTC" userId="a16190d96cca1a59" providerId="LiveId" clId="{E5DD75F8-2736-4724-BCBD-FB28291E9303}" dt="2026-05-01T13:44:29.889" v="384" actId="1076"/>
          <ac:spMkLst>
            <pc:docMk/>
            <pc:sldMk cId="1019253677" sldId="2147482538"/>
            <ac:spMk id="62" creationId="{E1E8EDFB-68A0-AF36-726B-D545B08B2633}"/>
          </ac:spMkLst>
        </pc:spChg>
        <pc:spChg chg="del">
          <ac:chgData name="Alexis MTC" userId="a16190d96cca1a59" providerId="LiveId" clId="{E5DD75F8-2736-4724-BCBD-FB28291E9303}" dt="2026-05-01T13:41:51.500" v="369" actId="478"/>
          <ac:spMkLst>
            <pc:docMk/>
            <pc:sldMk cId="1019253677" sldId="2147482538"/>
            <ac:spMk id="63" creationId="{E0765D36-2B48-8CD3-BECA-C79E3F7520DF}"/>
          </ac:spMkLst>
        </pc:spChg>
        <pc:spChg chg="del">
          <ac:chgData name="Alexis MTC" userId="a16190d96cca1a59" providerId="LiveId" clId="{E5DD75F8-2736-4724-BCBD-FB28291E9303}" dt="2026-05-01T13:41:51.500" v="369" actId="478"/>
          <ac:spMkLst>
            <pc:docMk/>
            <pc:sldMk cId="1019253677" sldId="2147482538"/>
            <ac:spMk id="64" creationId="{54078B24-E940-A25C-A7C6-7F03B5596C5C}"/>
          </ac:spMkLst>
        </pc:spChg>
        <pc:grpChg chg="del">
          <ac:chgData name="Alexis MTC" userId="a16190d96cca1a59" providerId="LiveId" clId="{E5DD75F8-2736-4724-BCBD-FB28291E9303}" dt="2026-05-01T13:41:51.500" v="369" actId="478"/>
          <ac:grpSpMkLst>
            <pc:docMk/>
            <pc:sldMk cId="1019253677" sldId="2147482538"/>
            <ac:grpSpMk id="31" creationId="{6A9CA147-48A7-FF37-0D57-19E341B9B790}"/>
          </ac:grpSpMkLst>
        </pc:grpChg>
        <pc:picChg chg="add mod">
          <ac:chgData name="Alexis MTC" userId="a16190d96cca1a59" providerId="LiveId" clId="{E5DD75F8-2736-4724-BCBD-FB28291E9303}" dt="2026-05-01T13:46:23.720" v="393" actId="14100"/>
          <ac:picMkLst>
            <pc:docMk/>
            <pc:sldMk cId="1019253677" sldId="2147482538"/>
            <ac:picMk id="2050" creationId="{8BC2B5FF-CAD2-36EF-B3D8-F8F37B93E8B3}"/>
          </ac:picMkLst>
        </pc:picChg>
        <pc:cxnChg chg="mod">
          <ac:chgData name="Alexis MTC" userId="a16190d96cca1a59" providerId="LiveId" clId="{E5DD75F8-2736-4724-BCBD-FB28291E9303}" dt="2026-05-01T13:44:29.889" v="384" actId="1076"/>
          <ac:cxnSpMkLst>
            <pc:docMk/>
            <pc:sldMk cId="1019253677" sldId="2147482538"/>
            <ac:cxnSpMk id="51" creationId="{DD8C2FE0-32E0-4A62-B7B7-EDFBCD921A97}"/>
          </ac:cxnSpMkLst>
        </pc:cxnChg>
        <pc:cxnChg chg="del">
          <ac:chgData name="Alexis MTC" userId="a16190d96cca1a59" providerId="LiveId" clId="{E5DD75F8-2736-4724-BCBD-FB28291E9303}" dt="2026-05-01T13:41:54.237" v="370" actId="478"/>
          <ac:cxnSpMkLst>
            <pc:docMk/>
            <pc:sldMk cId="1019253677" sldId="2147482538"/>
            <ac:cxnSpMk id="60" creationId="{94E18FD0-5821-37D8-067D-64F9FB0B7F88}"/>
          </ac:cxnSpMkLst>
        </pc:cxnChg>
      </pc:sldChg>
      <pc:sldChg chg="addSp delSp modSp mod">
        <pc:chgData name="Alexis MTC" userId="a16190d96cca1a59" providerId="LiveId" clId="{E5DD75F8-2736-4724-BCBD-FB28291E9303}" dt="2026-05-01T17:02:17.258" v="1163"/>
        <pc:sldMkLst>
          <pc:docMk/>
          <pc:sldMk cId="1749224352" sldId="2147482932"/>
        </pc:sldMkLst>
        <pc:spChg chg="del">
          <ac:chgData name="Alexis MTC" userId="a16190d96cca1a59" providerId="LiveId" clId="{E5DD75F8-2736-4724-BCBD-FB28291E9303}" dt="2026-05-01T16:28:48.933" v="1038" actId="478"/>
          <ac:spMkLst>
            <pc:docMk/>
            <pc:sldMk cId="1749224352" sldId="2147482932"/>
            <ac:spMk id="2" creationId="{64D3E3B3-E2FE-7976-5CAA-16C19D966E21}"/>
          </ac:spMkLst>
        </pc:spChg>
        <pc:spChg chg="del">
          <ac:chgData name="Alexis MTC" userId="a16190d96cca1a59" providerId="LiveId" clId="{E5DD75F8-2736-4724-BCBD-FB28291E9303}" dt="2026-05-01T16:28:48.933" v="1038" actId="478"/>
          <ac:spMkLst>
            <pc:docMk/>
            <pc:sldMk cId="1749224352" sldId="2147482932"/>
            <ac:spMk id="4" creationId="{BC8B4714-4348-36E8-9400-F39B4ECE9A3D}"/>
          </ac:spMkLst>
        </pc:spChg>
        <pc:spChg chg="del">
          <ac:chgData name="Alexis MTC" userId="a16190d96cca1a59" providerId="LiveId" clId="{E5DD75F8-2736-4724-BCBD-FB28291E9303}" dt="2026-05-01T16:28:48.933" v="1038" actId="478"/>
          <ac:spMkLst>
            <pc:docMk/>
            <pc:sldMk cId="1749224352" sldId="2147482932"/>
            <ac:spMk id="7" creationId="{40BC6E90-0AB4-F131-DBAB-E2501D498411}"/>
          </ac:spMkLst>
        </pc:spChg>
        <pc:spChg chg="add mod">
          <ac:chgData name="Alexis MTC" userId="a16190d96cca1a59" providerId="LiveId" clId="{E5DD75F8-2736-4724-BCBD-FB28291E9303}" dt="2026-05-01T16:29:04.042" v="1041"/>
          <ac:spMkLst>
            <pc:docMk/>
            <pc:sldMk cId="1749224352" sldId="2147482932"/>
            <ac:spMk id="9" creationId="{A0C7717C-8E79-A223-05C3-4DE313C52E56}"/>
          </ac:spMkLst>
        </pc:spChg>
        <pc:spChg chg="add mod">
          <ac:chgData name="Alexis MTC" userId="a16190d96cca1a59" providerId="LiveId" clId="{E5DD75F8-2736-4724-BCBD-FB28291E9303}" dt="2026-05-01T16:29:04.042" v="1041"/>
          <ac:spMkLst>
            <pc:docMk/>
            <pc:sldMk cId="1749224352" sldId="2147482932"/>
            <ac:spMk id="12" creationId="{A2EDCC55-1F3F-F533-D43F-8556205F74E7}"/>
          </ac:spMkLst>
        </pc:spChg>
        <pc:spChg chg="del">
          <ac:chgData name="Alexis MTC" userId="a16190d96cca1a59" providerId="LiveId" clId="{E5DD75F8-2736-4724-BCBD-FB28291E9303}" dt="2026-05-01T16:28:48.933" v="1038" actId="478"/>
          <ac:spMkLst>
            <pc:docMk/>
            <pc:sldMk cId="1749224352" sldId="2147482932"/>
            <ac:spMk id="14" creationId="{2F42BEFA-86C0-B0F8-8828-074D16C2C7D5}"/>
          </ac:spMkLst>
        </pc:spChg>
        <pc:spChg chg="add mod">
          <ac:chgData name="Alexis MTC" userId="a16190d96cca1a59" providerId="LiveId" clId="{E5DD75F8-2736-4724-BCBD-FB28291E9303}" dt="2026-05-01T16:55:38.252" v="1157" actId="113"/>
          <ac:spMkLst>
            <pc:docMk/>
            <pc:sldMk cId="1749224352" sldId="2147482932"/>
            <ac:spMk id="15" creationId="{E61A86E5-D0C1-1B6C-7EDA-9458E859E7E5}"/>
          </ac:spMkLst>
        </pc:spChg>
        <pc:spChg chg="add mod">
          <ac:chgData name="Alexis MTC" userId="a16190d96cca1a59" providerId="LiveId" clId="{E5DD75F8-2736-4724-BCBD-FB28291E9303}" dt="2026-05-01T16:45:15.641" v="1067" actId="1076"/>
          <ac:spMkLst>
            <pc:docMk/>
            <pc:sldMk cId="1749224352" sldId="2147482932"/>
            <ac:spMk id="18" creationId="{DC72D047-5B3E-7E56-9C0A-6B7EB2A86A47}"/>
          </ac:spMkLst>
        </pc:spChg>
        <pc:spChg chg="add mod">
          <ac:chgData name="Alexis MTC" userId="a16190d96cca1a59" providerId="LiveId" clId="{E5DD75F8-2736-4724-BCBD-FB28291E9303}" dt="2026-05-01T16:45:11.413" v="1066" actId="1076"/>
          <ac:spMkLst>
            <pc:docMk/>
            <pc:sldMk cId="1749224352" sldId="2147482932"/>
            <ac:spMk id="19" creationId="{E59EFABE-83D0-580E-EF41-4C9AFF5770E0}"/>
          </ac:spMkLst>
        </pc:spChg>
        <pc:spChg chg="add mod">
          <ac:chgData name="Alexis MTC" userId="a16190d96cca1a59" providerId="LiveId" clId="{E5DD75F8-2736-4724-BCBD-FB28291E9303}" dt="2026-05-01T16:45:05.095" v="1065" actId="1076"/>
          <ac:spMkLst>
            <pc:docMk/>
            <pc:sldMk cId="1749224352" sldId="2147482932"/>
            <ac:spMk id="20" creationId="{A24FF9A2-257C-CE0D-A9A6-6E3077B0FFB2}"/>
          </ac:spMkLst>
        </pc:spChg>
        <pc:spChg chg="add mod">
          <ac:chgData name="Alexis MTC" userId="a16190d96cca1a59" providerId="LiveId" clId="{E5DD75F8-2736-4724-BCBD-FB28291E9303}" dt="2026-05-01T17:01:03.012" v="1161" actId="14100"/>
          <ac:spMkLst>
            <pc:docMk/>
            <pc:sldMk cId="1749224352" sldId="2147482932"/>
            <ac:spMk id="22" creationId="{07E09C4C-24A1-8CD9-EC1B-F7D9D0E5F1B2}"/>
          </ac:spMkLst>
        </pc:spChg>
        <pc:spChg chg="mod">
          <ac:chgData name="Alexis MTC" userId="a16190d96cca1a59" providerId="LiveId" clId="{E5DD75F8-2736-4724-BCBD-FB28291E9303}" dt="2026-05-01T17:02:17.258" v="1163"/>
          <ac:spMkLst>
            <pc:docMk/>
            <pc:sldMk cId="1749224352" sldId="2147482932"/>
            <ac:spMk id="23" creationId="{0463F4DC-0A44-1D2D-86A2-E4A38A9F7186}"/>
          </ac:spMkLst>
        </pc:spChg>
        <pc:spChg chg="del">
          <ac:chgData name="Alexis MTC" userId="a16190d96cca1a59" providerId="LiveId" clId="{E5DD75F8-2736-4724-BCBD-FB28291E9303}" dt="2026-05-01T16:28:48.933" v="1038" actId="478"/>
          <ac:spMkLst>
            <pc:docMk/>
            <pc:sldMk cId="1749224352" sldId="2147482932"/>
            <ac:spMk id="25" creationId="{E7FC6DC9-DEED-109E-CC51-1E1CDC5F829A}"/>
          </ac:spMkLst>
        </pc:spChg>
        <pc:spChg chg="del">
          <ac:chgData name="Alexis MTC" userId="a16190d96cca1a59" providerId="LiveId" clId="{E5DD75F8-2736-4724-BCBD-FB28291E9303}" dt="2026-05-01T16:28:48.933" v="1038" actId="478"/>
          <ac:spMkLst>
            <pc:docMk/>
            <pc:sldMk cId="1749224352" sldId="2147482932"/>
            <ac:spMk id="26" creationId="{B374BCFE-6297-B7D1-F6A5-66D9772A275C}"/>
          </ac:spMkLst>
        </pc:spChg>
        <pc:spChg chg="mod">
          <ac:chgData name="Alexis MTC" userId="a16190d96cca1a59" providerId="LiveId" clId="{E5DD75F8-2736-4724-BCBD-FB28291E9303}" dt="2026-05-01T17:01:54.479" v="1162"/>
          <ac:spMkLst>
            <pc:docMk/>
            <pc:sldMk cId="1749224352" sldId="2147482932"/>
            <ac:spMk id="27" creationId="{C5613184-1B57-701A-27CA-63B5DB935EE1}"/>
          </ac:spMkLst>
        </pc:spChg>
        <pc:spChg chg="add del mod">
          <ac:chgData name="Alexis MTC" userId="a16190d96cca1a59" providerId="LiveId" clId="{E5DD75F8-2736-4724-BCBD-FB28291E9303}" dt="2026-05-01T16:50:44.423" v="1105" actId="478"/>
          <ac:spMkLst>
            <pc:docMk/>
            <pc:sldMk cId="1749224352" sldId="2147482932"/>
            <ac:spMk id="43" creationId="{C98C82D4-03D7-C224-AE71-0AF6EA60C8FA}"/>
          </ac:spMkLst>
        </pc:spChg>
        <pc:spChg chg="del">
          <ac:chgData name="Alexis MTC" userId="a16190d96cca1a59" providerId="LiveId" clId="{E5DD75F8-2736-4724-BCBD-FB28291E9303}" dt="2026-05-01T16:28:48.933" v="1038" actId="478"/>
          <ac:spMkLst>
            <pc:docMk/>
            <pc:sldMk cId="1749224352" sldId="2147482932"/>
            <ac:spMk id="95" creationId="{765ED880-903F-B431-1CB7-962035D8D32B}"/>
          </ac:spMkLst>
        </pc:spChg>
        <pc:spChg chg="del">
          <ac:chgData name="Alexis MTC" userId="a16190d96cca1a59" providerId="LiveId" clId="{E5DD75F8-2736-4724-BCBD-FB28291E9303}" dt="2026-05-01T16:28:48.933" v="1038" actId="478"/>
          <ac:spMkLst>
            <pc:docMk/>
            <pc:sldMk cId="1749224352" sldId="2147482932"/>
            <ac:spMk id="97" creationId="{BA563C82-B1CD-DD27-8AAC-6E30F8E10BC3}"/>
          </ac:spMkLst>
        </pc:spChg>
        <pc:spChg chg="del">
          <ac:chgData name="Alexis MTC" userId="a16190d96cca1a59" providerId="LiveId" clId="{E5DD75F8-2736-4724-BCBD-FB28291E9303}" dt="2026-05-01T16:28:48.933" v="1038" actId="478"/>
          <ac:spMkLst>
            <pc:docMk/>
            <pc:sldMk cId="1749224352" sldId="2147482932"/>
            <ac:spMk id="1033" creationId="{1A6D4688-F50C-C5DB-1EE2-8CFD1CE6866B}"/>
          </ac:spMkLst>
        </pc:spChg>
        <pc:spChg chg="del">
          <ac:chgData name="Alexis MTC" userId="a16190d96cca1a59" providerId="LiveId" clId="{E5DD75F8-2736-4724-BCBD-FB28291E9303}" dt="2026-05-01T16:28:48.933" v="1038" actId="478"/>
          <ac:spMkLst>
            <pc:docMk/>
            <pc:sldMk cId="1749224352" sldId="2147482932"/>
            <ac:spMk id="1034" creationId="{A60A4A6E-EF3C-00EF-0EEF-376853031BFB}"/>
          </ac:spMkLst>
        </pc:spChg>
        <pc:picChg chg="del">
          <ac:chgData name="Alexis MTC" userId="a16190d96cca1a59" providerId="LiveId" clId="{E5DD75F8-2736-4724-BCBD-FB28291E9303}" dt="2026-05-01T16:28:50.657" v="1039" actId="478"/>
          <ac:picMkLst>
            <pc:docMk/>
            <pc:sldMk cId="1749224352" sldId="2147482932"/>
            <ac:picMk id="6" creationId="{E159FD49-D6AC-1AA7-457E-43D8E2F1FA22}"/>
          </ac:picMkLst>
        </pc:picChg>
        <pc:picChg chg="del">
          <ac:chgData name="Alexis MTC" userId="a16190d96cca1a59" providerId="LiveId" clId="{E5DD75F8-2736-4724-BCBD-FB28291E9303}" dt="2026-05-01T16:28:52.695" v="1040" actId="478"/>
          <ac:picMkLst>
            <pc:docMk/>
            <pc:sldMk cId="1749224352" sldId="2147482932"/>
            <ac:picMk id="8" creationId="{B6512141-8F0A-415E-879D-5EFB86DADF49}"/>
          </ac:picMkLst>
        </pc:picChg>
        <pc:picChg chg="add mod modCrop">
          <ac:chgData name="Alexis MTC" userId="a16190d96cca1a59" providerId="LiveId" clId="{E5DD75F8-2736-4724-BCBD-FB28291E9303}" dt="2026-05-01T16:40:03.187" v="1050" actId="14100"/>
          <ac:picMkLst>
            <pc:docMk/>
            <pc:sldMk cId="1749224352" sldId="2147482932"/>
            <ac:picMk id="17" creationId="{8A111A19-B7F0-F03E-137B-15D11302C08B}"/>
          </ac:picMkLst>
        </pc:picChg>
        <pc:cxnChg chg="add mod">
          <ac:chgData name="Alexis MTC" userId="a16190d96cca1a59" providerId="LiveId" clId="{E5DD75F8-2736-4724-BCBD-FB28291E9303}" dt="2026-05-01T16:29:04.042" v="1041"/>
          <ac:cxnSpMkLst>
            <pc:docMk/>
            <pc:sldMk cId="1749224352" sldId="2147482932"/>
            <ac:cxnSpMk id="13" creationId="{C47AFCA2-24D5-E210-51AA-9D1610D63058}"/>
          </ac:cxnSpMkLst>
        </pc:cxnChg>
        <pc:cxnChg chg="add del mod ord">
          <ac:chgData name="Alexis MTC" userId="a16190d96cca1a59" providerId="LiveId" clId="{E5DD75F8-2736-4724-BCBD-FB28291E9303}" dt="2026-05-01T16:49:58.314" v="1100" actId="478"/>
          <ac:cxnSpMkLst>
            <pc:docMk/>
            <pc:sldMk cId="1749224352" sldId="2147482932"/>
            <ac:cxnSpMk id="28" creationId="{145B3D0E-8B3D-9968-87F4-CEAD96F5693A}"/>
          </ac:cxnSpMkLst>
        </pc:cxnChg>
        <pc:cxnChg chg="add del mod">
          <ac:chgData name="Alexis MTC" userId="a16190d96cca1a59" providerId="LiveId" clId="{E5DD75F8-2736-4724-BCBD-FB28291E9303}" dt="2026-05-01T16:50:00.059" v="1101" actId="478"/>
          <ac:cxnSpMkLst>
            <pc:docMk/>
            <pc:sldMk cId="1749224352" sldId="2147482932"/>
            <ac:cxnSpMk id="33" creationId="{41A1232B-213C-ABC3-208F-47D08B9F7C44}"/>
          </ac:cxnSpMkLst>
        </pc:cxnChg>
        <pc:cxnChg chg="add mod">
          <ac:chgData name="Alexis MTC" userId="a16190d96cca1a59" providerId="LiveId" clId="{E5DD75F8-2736-4724-BCBD-FB28291E9303}" dt="2026-05-01T16:51:15.087" v="1109" actId="208"/>
          <ac:cxnSpMkLst>
            <pc:docMk/>
            <pc:sldMk cId="1749224352" sldId="2147482932"/>
            <ac:cxnSpMk id="45" creationId="{E32DAD05-501D-52F4-4BCF-0B499C1BA915}"/>
          </ac:cxnSpMkLst>
        </pc:cxnChg>
        <pc:cxnChg chg="add mod">
          <ac:chgData name="Alexis MTC" userId="a16190d96cca1a59" providerId="LiveId" clId="{E5DD75F8-2736-4724-BCBD-FB28291E9303}" dt="2026-05-01T16:51:24.919" v="1112" actId="14100"/>
          <ac:cxnSpMkLst>
            <pc:docMk/>
            <pc:sldMk cId="1749224352" sldId="2147482932"/>
            <ac:cxnSpMk id="46" creationId="{3307398E-B904-9C5C-6A93-1333A8B465D5}"/>
          </ac:cxnSpMkLst>
        </pc:cxnChg>
        <pc:cxnChg chg="add mod">
          <ac:chgData name="Alexis MTC" userId="a16190d96cca1a59" providerId="LiveId" clId="{E5DD75F8-2736-4724-BCBD-FB28291E9303}" dt="2026-05-01T16:52:10.411" v="1122" actId="14100"/>
          <ac:cxnSpMkLst>
            <pc:docMk/>
            <pc:sldMk cId="1749224352" sldId="2147482932"/>
            <ac:cxnSpMk id="48" creationId="{72978F88-10BE-CCC7-D0FD-945E9787FB5F}"/>
          </ac:cxnSpMkLst>
        </pc:cxnChg>
        <pc:cxnChg chg="add mod">
          <ac:chgData name="Alexis MTC" userId="a16190d96cca1a59" providerId="LiveId" clId="{E5DD75F8-2736-4724-BCBD-FB28291E9303}" dt="2026-05-01T16:52:18.173" v="1124" actId="14100"/>
          <ac:cxnSpMkLst>
            <pc:docMk/>
            <pc:sldMk cId="1749224352" sldId="2147482932"/>
            <ac:cxnSpMk id="51" creationId="{AA2CE8F4-875E-1059-DB2E-182A2CB1F6AA}"/>
          </ac:cxnSpMkLst>
        </pc:cxnChg>
        <pc:cxnChg chg="add del mod">
          <ac:chgData name="Alexis MTC" userId="a16190d96cca1a59" providerId="LiveId" clId="{E5DD75F8-2736-4724-BCBD-FB28291E9303}" dt="2026-05-01T16:52:12.227" v="1123" actId="478"/>
          <ac:cxnSpMkLst>
            <pc:docMk/>
            <pc:sldMk cId="1749224352" sldId="2147482932"/>
            <ac:cxnSpMk id="52" creationId="{55114569-5466-A44A-7B58-A6620915C5A5}"/>
          </ac:cxnSpMkLst>
        </pc:cxnChg>
        <pc:cxnChg chg="add mod">
          <ac:chgData name="Alexis MTC" userId="a16190d96cca1a59" providerId="LiveId" clId="{E5DD75F8-2736-4724-BCBD-FB28291E9303}" dt="2026-05-01T16:52:30.760" v="1128" actId="1076"/>
          <ac:cxnSpMkLst>
            <pc:docMk/>
            <pc:sldMk cId="1749224352" sldId="2147482932"/>
            <ac:cxnSpMk id="56" creationId="{BCEED49F-0581-63D5-BC8D-8D1239093834}"/>
          </ac:cxnSpMkLst>
        </pc:cxnChg>
        <pc:cxnChg chg="add mod">
          <ac:chgData name="Alexis MTC" userId="a16190d96cca1a59" providerId="LiveId" clId="{E5DD75F8-2736-4724-BCBD-FB28291E9303}" dt="2026-05-01T16:52:52.075" v="1131" actId="14100"/>
          <ac:cxnSpMkLst>
            <pc:docMk/>
            <pc:sldMk cId="1749224352" sldId="2147482932"/>
            <ac:cxnSpMk id="58" creationId="{34C96514-BD48-EB3A-CE11-ABBDBF236279}"/>
          </ac:cxnSpMkLst>
        </pc:cxnChg>
      </pc:sldChg>
      <pc:sldChg chg="delSp modSp mod">
        <pc:chgData name="Alexis MTC" userId="a16190d96cca1a59" providerId="LiveId" clId="{E5DD75F8-2736-4724-BCBD-FB28291E9303}" dt="2026-04-30T11:24:46.761" v="90" actId="478"/>
        <pc:sldMkLst>
          <pc:docMk/>
          <pc:sldMk cId="3236732446" sldId="2147482933"/>
        </pc:sldMkLst>
        <pc:spChg chg="del">
          <ac:chgData name="Alexis MTC" userId="a16190d96cca1a59" providerId="LiveId" clId="{E5DD75F8-2736-4724-BCBD-FB28291E9303}" dt="2026-04-30T11:24:46.761" v="90" actId="478"/>
          <ac:spMkLst>
            <pc:docMk/>
            <pc:sldMk cId="3236732446" sldId="2147482933"/>
            <ac:spMk id="8" creationId="{4FD4BC4D-5DB5-9004-DF01-A3FC824DD1DB}"/>
          </ac:spMkLst>
        </pc:spChg>
        <pc:spChg chg="mod">
          <ac:chgData name="Alexis MTC" userId="a16190d96cca1a59" providerId="LiveId" clId="{E5DD75F8-2736-4724-BCBD-FB28291E9303}" dt="2026-04-30T11:22:53.625" v="80"/>
          <ac:spMkLst>
            <pc:docMk/>
            <pc:sldMk cId="3236732446" sldId="2147482933"/>
            <ac:spMk id="12" creationId="{043D5592-B647-88F2-78BD-D43EC0864978}"/>
          </ac:spMkLst>
        </pc:spChg>
        <pc:spChg chg="mod">
          <ac:chgData name="Alexis MTC" userId="a16190d96cca1a59" providerId="LiveId" clId="{E5DD75F8-2736-4724-BCBD-FB28291E9303}" dt="2026-04-30T11:23:09.766" v="82"/>
          <ac:spMkLst>
            <pc:docMk/>
            <pc:sldMk cId="3236732446" sldId="2147482933"/>
            <ac:spMk id="13" creationId="{416416A9-A920-CA07-6265-24D5D8CDD59A}"/>
          </ac:spMkLst>
        </pc:spChg>
      </pc:sldChg>
      <pc:sldChg chg="del">
        <pc:chgData name="Alexis MTC" userId="a16190d96cca1a59" providerId="LiveId" clId="{E5DD75F8-2736-4724-BCBD-FB28291E9303}" dt="2026-05-01T17:21:52.621" v="1192" actId="47"/>
        <pc:sldMkLst>
          <pc:docMk/>
          <pc:sldMk cId="0" sldId="2147483018"/>
        </pc:sldMkLst>
      </pc:sldChg>
      <pc:sldChg chg="addSp delSp modSp mod">
        <pc:chgData name="Alexis MTC" userId="a16190d96cca1a59" providerId="LiveId" clId="{E5DD75F8-2736-4724-BCBD-FB28291E9303}" dt="2026-05-01T17:49:37.750" v="1343" actId="1076"/>
        <pc:sldMkLst>
          <pc:docMk/>
          <pc:sldMk cId="0" sldId="2147483019"/>
        </pc:sldMkLst>
        <pc:spChg chg="add mod">
          <ac:chgData name="Alexis MTC" userId="a16190d96cca1a59" providerId="LiveId" clId="{E5DD75F8-2736-4724-BCBD-FB28291E9303}" dt="2026-05-01T17:47:23.973" v="1337" actId="1076"/>
          <ac:spMkLst>
            <pc:docMk/>
            <pc:sldMk cId="0" sldId="2147483019"/>
            <ac:spMk id="2" creationId="{E6C3EB16-BB01-0571-8453-7947AACB826D}"/>
          </ac:spMkLst>
        </pc:spChg>
        <pc:spChg chg="mod">
          <ac:chgData name="Alexis MTC" userId="a16190d96cca1a59" providerId="LiveId" clId="{E5DD75F8-2736-4724-BCBD-FB28291E9303}" dt="2026-05-01T17:47:09.330" v="1336" actId="33524"/>
          <ac:spMkLst>
            <pc:docMk/>
            <pc:sldMk cId="0" sldId="2147483019"/>
            <ac:spMk id="4" creationId="{00000000-0000-0000-0000-000000000000}"/>
          </ac:spMkLst>
        </pc:spChg>
        <pc:spChg chg="mod">
          <ac:chgData name="Alexis MTC" userId="a16190d96cca1a59" providerId="LiveId" clId="{E5DD75F8-2736-4724-BCBD-FB28291E9303}" dt="2026-05-01T17:48:53.934" v="1342"/>
          <ac:spMkLst>
            <pc:docMk/>
            <pc:sldMk cId="0" sldId="2147483019"/>
            <ac:spMk id="5" creationId="{00000000-0000-0000-0000-000000000000}"/>
          </ac:spMkLst>
        </pc:spChg>
        <pc:spChg chg="add mod">
          <ac:chgData name="Alexis MTC" userId="a16190d96cca1a59" providerId="LiveId" clId="{E5DD75F8-2736-4724-BCBD-FB28291E9303}" dt="2026-05-01T17:47:23.973" v="1337" actId="1076"/>
          <ac:spMkLst>
            <pc:docMk/>
            <pc:sldMk cId="0" sldId="2147483019"/>
            <ac:spMk id="6" creationId="{ABE0A9A7-F4BC-8FCB-DEEB-C855D85827A2}"/>
          </ac:spMkLst>
        </pc:spChg>
        <pc:spChg chg="add del">
          <ac:chgData name="Alexis MTC" userId="a16190d96cca1a59" providerId="LiveId" clId="{E5DD75F8-2736-4724-BCBD-FB28291E9303}" dt="2026-05-01T17:30:56.110" v="1260" actId="478"/>
          <ac:spMkLst>
            <pc:docMk/>
            <pc:sldMk cId="0" sldId="2147483019"/>
            <ac:spMk id="7" creationId="{00000000-0000-0000-0000-000000000000}"/>
          </ac:spMkLst>
        </pc:spChg>
        <pc:spChg chg="add del">
          <ac:chgData name="Alexis MTC" userId="a16190d96cca1a59" providerId="LiveId" clId="{E5DD75F8-2736-4724-BCBD-FB28291E9303}" dt="2026-05-01T17:30:56.110" v="1260" actId="478"/>
          <ac:spMkLst>
            <pc:docMk/>
            <pc:sldMk cId="0" sldId="2147483019"/>
            <ac:spMk id="8" creationId="{00000000-0000-0000-0000-000000000000}"/>
          </ac:spMkLst>
        </pc:spChg>
        <pc:spChg chg="add del">
          <ac:chgData name="Alexis MTC" userId="a16190d96cca1a59" providerId="LiveId" clId="{E5DD75F8-2736-4724-BCBD-FB28291E9303}" dt="2026-05-01T17:30:56.110" v="1260" actId="478"/>
          <ac:spMkLst>
            <pc:docMk/>
            <pc:sldMk cId="0" sldId="2147483019"/>
            <ac:spMk id="9" creationId="{00000000-0000-0000-0000-000000000000}"/>
          </ac:spMkLst>
        </pc:spChg>
        <pc:spChg chg="add del">
          <ac:chgData name="Alexis MTC" userId="a16190d96cca1a59" providerId="LiveId" clId="{E5DD75F8-2736-4724-BCBD-FB28291E9303}" dt="2026-05-01T17:30:56.110" v="1260" actId="478"/>
          <ac:spMkLst>
            <pc:docMk/>
            <pc:sldMk cId="0" sldId="2147483019"/>
            <ac:spMk id="10" creationId="{00000000-0000-0000-0000-000000000000}"/>
          </ac:spMkLst>
        </pc:spChg>
        <pc:spChg chg="del">
          <ac:chgData name="Alexis MTC" userId="a16190d96cca1a59" providerId="LiveId" clId="{E5DD75F8-2736-4724-BCBD-FB28291E9303}" dt="2026-05-01T17:30:56.110" v="1260" actId="478"/>
          <ac:spMkLst>
            <pc:docMk/>
            <pc:sldMk cId="0" sldId="2147483019"/>
            <ac:spMk id="17" creationId="{00000000-0000-0000-0000-000000000000}"/>
          </ac:spMkLst>
        </pc:spChg>
        <pc:spChg chg="add del">
          <ac:chgData name="Alexis MTC" userId="a16190d96cca1a59" providerId="LiveId" clId="{E5DD75F8-2736-4724-BCBD-FB28291E9303}" dt="2026-05-01T17:30:56.110" v="1260" actId="478"/>
          <ac:spMkLst>
            <pc:docMk/>
            <pc:sldMk cId="0" sldId="2147483019"/>
            <ac:spMk id="19" creationId="{00000000-0000-0000-0000-000000000000}"/>
          </ac:spMkLst>
        </pc:spChg>
        <pc:spChg chg="add del">
          <ac:chgData name="Alexis MTC" userId="a16190d96cca1a59" providerId="LiveId" clId="{E5DD75F8-2736-4724-BCBD-FB28291E9303}" dt="2026-05-01T17:30:56.110" v="1260" actId="478"/>
          <ac:spMkLst>
            <pc:docMk/>
            <pc:sldMk cId="0" sldId="2147483019"/>
            <ac:spMk id="25" creationId="{00000000-0000-0000-0000-000000000000}"/>
          </ac:spMkLst>
        </pc:spChg>
        <pc:spChg chg="add del">
          <ac:chgData name="Alexis MTC" userId="a16190d96cca1a59" providerId="LiveId" clId="{E5DD75F8-2736-4724-BCBD-FB28291E9303}" dt="2026-05-01T17:30:56.110" v="1260" actId="478"/>
          <ac:spMkLst>
            <pc:docMk/>
            <pc:sldMk cId="0" sldId="2147483019"/>
            <ac:spMk id="26" creationId="{00000000-0000-0000-0000-000000000000}"/>
          </ac:spMkLst>
        </pc:spChg>
        <pc:spChg chg="add del">
          <ac:chgData name="Alexis MTC" userId="a16190d96cca1a59" providerId="LiveId" clId="{E5DD75F8-2736-4724-BCBD-FB28291E9303}" dt="2026-05-01T17:30:56.110" v="1260" actId="478"/>
          <ac:spMkLst>
            <pc:docMk/>
            <pc:sldMk cId="0" sldId="2147483019"/>
            <ac:spMk id="28" creationId="{00000000-0000-0000-0000-000000000000}"/>
          </ac:spMkLst>
        </pc:spChg>
        <pc:spChg chg="add del">
          <ac:chgData name="Alexis MTC" userId="a16190d96cca1a59" providerId="LiveId" clId="{E5DD75F8-2736-4724-BCBD-FB28291E9303}" dt="2026-05-01T17:30:56.110" v="1260" actId="478"/>
          <ac:spMkLst>
            <pc:docMk/>
            <pc:sldMk cId="0" sldId="2147483019"/>
            <ac:spMk id="29" creationId="{00000000-0000-0000-0000-000000000000}"/>
          </ac:spMkLst>
        </pc:spChg>
        <pc:spChg chg="add">
          <ac:chgData name="Alexis MTC" userId="a16190d96cca1a59" providerId="LiveId" clId="{E5DD75F8-2736-4724-BCBD-FB28291E9303}" dt="2026-05-01T17:30:46.763" v="1259" actId="478"/>
          <ac:spMkLst>
            <pc:docMk/>
            <pc:sldMk cId="0" sldId="2147483019"/>
            <ac:spMk id="30" creationId="{00000000-0000-0000-0000-000000000000}"/>
          </ac:spMkLst>
        </pc:spChg>
        <pc:spChg chg="mod">
          <ac:chgData name="Alexis MTC" userId="a16190d96cca1a59" providerId="LiveId" clId="{E5DD75F8-2736-4724-BCBD-FB28291E9303}" dt="2026-05-01T17:45:21.521" v="1305" actId="1076"/>
          <ac:spMkLst>
            <pc:docMk/>
            <pc:sldMk cId="0" sldId="2147483019"/>
            <ac:spMk id="34" creationId="{B1FA9BF8-D77D-B6DE-6180-F0FF07265880}"/>
          </ac:spMkLst>
        </pc:spChg>
        <pc:spChg chg="mod">
          <ac:chgData name="Alexis MTC" userId="a16190d96cca1a59" providerId="LiveId" clId="{E5DD75F8-2736-4724-BCBD-FB28291E9303}" dt="2026-05-01T17:45:21.521" v="1305" actId="1076"/>
          <ac:spMkLst>
            <pc:docMk/>
            <pc:sldMk cId="0" sldId="2147483019"/>
            <ac:spMk id="36" creationId="{7A48A8CE-64E7-41C1-C6A5-E0CC03DDD928}"/>
          </ac:spMkLst>
        </pc:spChg>
        <pc:spChg chg="add mod">
          <ac:chgData name="Alexis MTC" userId="a16190d96cca1a59" providerId="LiveId" clId="{E5DD75F8-2736-4724-BCBD-FB28291E9303}" dt="2026-05-01T17:49:37.750" v="1343" actId="1076"/>
          <ac:spMkLst>
            <pc:docMk/>
            <pc:sldMk cId="0" sldId="2147483019"/>
            <ac:spMk id="37" creationId="{F8F7B2AD-AEDC-E76E-AA5A-06A572916E97}"/>
          </ac:spMkLst>
        </pc:spChg>
        <pc:picChg chg="add mod">
          <ac:chgData name="Alexis MTC" userId="a16190d96cca1a59" providerId="LiveId" clId="{E5DD75F8-2736-4724-BCBD-FB28291E9303}" dt="2026-05-01T17:48:36.277" v="1341" actId="14100"/>
          <ac:picMkLst>
            <pc:docMk/>
            <pc:sldMk cId="0" sldId="2147483019"/>
            <ac:picMk id="39" creationId="{6C604DC0-BE5A-642E-7665-9ADBAC3AB085}"/>
          </ac:picMkLst>
        </pc:picChg>
        <pc:cxnChg chg="add mod">
          <ac:chgData name="Alexis MTC" userId="a16190d96cca1a59" providerId="LiveId" clId="{E5DD75F8-2736-4724-BCBD-FB28291E9303}" dt="2026-05-01T17:47:23.973" v="1337" actId="1076"/>
          <ac:cxnSpMkLst>
            <pc:docMk/>
            <pc:sldMk cId="0" sldId="2147483019"/>
            <ac:cxnSpMk id="33" creationId="{534D7CED-D0CE-BAD6-3FC0-11F6AA431719}"/>
          </ac:cxnSpMkLst>
        </pc:cxnChg>
      </pc:sldChg>
      <pc:sldChg chg="addSp delSp modSp mod">
        <pc:chgData name="Alexis MTC" userId="a16190d96cca1a59" providerId="LiveId" clId="{E5DD75F8-2736-4724-BCBD-FB28291E9303}" dt="2026-05-01T18:16:25.770" v="1896" actId="208"/>
        <pc:sldMkLst>
          <pc:docMk/>
          <pc:sldMk cId="0" sldId="2147483020"/>
        </pc:sldMkLst>
        <pc:spChg chg="mod">
          <ac:chgData name="Alexis MTC" userId="a16190d96cca1a59" providerId="LiveId" clId="{E5DD75F8-2736-4724-BCBD-FB28291E9303}" dt="2026-05-01T18:00:05.732" v="1424" actId="20577"/>
          <ac:spMkLst>
            <pc:docMk/>
            <pc:sldMk cId="0" sldId="2147483020"/>
            <ac:spMk id="4" creationId="{00000000-0000-0000-0000-000000000000}"/>
          </ac:spMkLst>
        </pc:spChg>
        <pc:spChg chg="mod">
          <ac:chgData name="Alexis MTC" userId="a16190d96cca1a59" providerId="LiveId" clId="{E5DD75F8-2736-4724-BCBD-FB28291E9303}" dt="2026-05-01T17:56:09.860" v="1376"/>
          <ac:spMkLst>
            <pc:docMk/>
            <pc:sldMk cId="0" sldId="2147483020"/>
            <ac:spMk id="5" creationId="{00000000-0000-0000-0000-000000000000}"/>
          </ac:spMkLst>
        </pc:spChg>
        <pc:spChg chg="del">
          <ac:chgData name="Alexis MTC" userId="a16190d96cca1a59" providerId="LiveId" clId="{E5DD75F8-2736-4724-BCBD-FB28291E9303}" dt="2026-05-01T16:08:57.976" v="1036" actId="478"/>
          <ac:spMkLst>
            <pc:docMk/>
            <pc:sldMk cId="0" sldId="2147483020"/>
            <ac:spMk id="6" creationId="{00000000-0000-0000-0000-000000000000}"/>
          </ac:spMkLst>
        </pc:spChg>
        <pc:spChg chg="del">
          <ac:chgData name="Alexis MTC" userId="a16190d96cca1a59" providerId="LiveId" clId="{E5DD75F8-2736-4724-BCBD-FB28291E9303}" dt="2026-05-01T16:08:57.976" v="1036" actId="478"/>
          <ac:spMkLst>
            <pc:docMk/>
            <pc:sldMk cId="0" sldId="2147483020"/>
            <ac:spMk id="8" creationId="{00000000-0000-0000-0000-000000000000}"/>
          </ac:spMkLst>
        </pc:spChg>
        <pc:spChg chg="del">
          <ac:chgData name="Alexis MTC" userId="a16190d96cca1a59" providerId="LiveId" clId="{E5DD75F8-2736-4724-BCBD-FB28291E9303}" dt="2026-05-01T16:08:57.976" v="1036" actId="478"/>
          <ac:spMkLst>
            <pc:docMk/>
            <pc:sldMk cId="0" sldId="2147483020"/>
            <ac:spMk id="15" creationId="{00000000-0000-0000-0000-000000000000}"/>
          </ac:spMkLst>
        </pc:spChg>
        <pc:spChg chg="del">
          <ac:chgData name="Alexis MTC" userId="a16190d96cca1a59" providerId="LiveId" clId="{E5DD75F8-2736-4724-BCBD-FB28291E9303}" dt="2026-05-01T16:08:57.976" v="1036" actId="478"/>
          <ac:spMkLst>
            <pc:docMk/>
            <pc:sldMk cId="0" sldId="2147483020"/>
            <ac:spMk id="16" creationId="{00000000-0000-0000-0000-000000000000}"/>
          </ac:spMkLst>
        </pc:spChg>
        <pc:spChg chg="del">
          <ac:chgData name="Alexis MTC" userId="a16190d96cca1a59" providerId="LiveId" clId="{E5DD75F8-2736-4724-BCBD-FB28291E9303}" dt="2026-05-01T16:08:57.976" v="1036" actId="478"/>
          <ac:spMkLst>
            <pc:docMk/>
            <pc:sldMk cId="0" sldId="2147483020"/>
            <ac:spMk id="17" creationId="{00000000-0000-0000-0000-000000000000}"/>
          </ac:spMkLst>
        </pc:spChg>
        <pc:spChg chg="del">
          <ac:chgData name="Alexis MTC" userId="a16190d96cca1a59" providerId="LiveId" clId="{E5DD75F8-2736-4724-BCBD-FB28291E9303}" dt="2026-05-01T16:08:57.976" v="1036" actId="478"/>
          <ac:spMkLst>
            <pc:docMk/>
            <pc:sldMk cId="0" sldId="2147483020"/>
            <ac:spMk id="20" creationId="{00000000-0000-0000-0000-000000000000}"/>
          </ac:spMkLst>
        </pc:spChg>
        <pc:spChg chg="del">
          <ac:chgData name="Alexis MTC" userId="a16190d96cca1a59" providerId="LiveId" clId="{E5DD75F8-2736-4724-BCBD-FB28291E9303}" dt="2026-05-01T16:08:57.976" v="1036" actId="478"/>
          <ac:spMkLst>
            <pc:docMk/>
            <pc:sldMk cId="0" sldId="2147483020"/>
            <ac:spMk id="24" creationId="{00000000-0000-0000-0000-000000000000}"/>
          </ac:spMkLst>
        </pc:spChg>
        <pc:spChg chg="del">
          <ac:chgData name="Alexis MTC" userId="a16190d96cca1a59" providerId="LiveId" clId="{E5DD75F8-2736-4724-BCBD-FB28291E9303}" dt="2026-05-01T16:08:57.976" v="1036" actId="478"/>
          <ac:spMkLst>
            <pc:docMk/>
            <pc:sldMk cId="0" sldId="2147483020"/>
            <ac:spMk id="25" creationId="{00000000-0000-0000-0000-000000000000}"/>
          </ac:spMkLst>
        </pc:spChg>
        <pc:spChg chg="del">
          <ac:chgData name="Alexis MTC" userId="a16190d96cca1a59" providerId="LiveId" clId="{E5DD75F8-2736-4724-BCBD-FB28291E9303}" dt="2026-05-01T16:08:57.976" v="1036" actId="478"/>
          <ac:spMkLst>
            <pc:docMk/>
            <pc:sldMk cId="0" sldId="2147483020"/>
            <ac:spMk id="37" creationId="{00000000-0000-0000-0000-000000000000}"/>
          </ac:spMkLst>
        </pc:spChg>
        <pc:spChg chg="del">
          <ac:chgData name="Alexis MTC" userId="a16190d96cca1a59" providerId="LiveId" clId="{E5DD75F8-2736-4724-BCBD-FB28291E9303}" dt="2026-05-01T16:08:57.976" v="1036" actId="478"/>
          <ac:spMkLst>
            <pc:docMk/>
            <pc:sldMk cId="0" sldId="2147483020"/>
            <ac:spMk id="39" creationId="{00000000-0000-0000-0000-000000000000}"/>
          </ac:spMkLst>
        </pc:spChg>
        <pc:spChg chg="mod">
          <ac:chgData name="Alexis MTC" userId="a16190d96cca1a59" providerId="LiveId" clId="{E5DD75F8-2736-4724-BCBD-FB28291E9303}" dt="2026-05-01T18:02:24.258" v="1470"/>
          <ac:spMkLst>
            <pc:docMk/>
            <pc:sldMk cId="0" sldId="2147483020"/>
            <ac:spMk id="40" creationId="{F69D8AE6-D6AD-0D78-D295-5AAD33ADE984}"/>
          </ac:spMkLst>
        </pc:spChg>
        <pc:spChg chg="mod">
          <ac:chgData name="Alexis MTC" userId="a16190d96cca1a59" providerId="LiveId" clId="{E5DD75F8-2736-4724-BCBD-FB28291E9303}" dt="2026-05-01T18:06:17.185" v="1702" actId="20577"/>
          <ac:spMkLst>
            <pc:docMk/>
            <pc:sldMk cId="0" sldId="2147483020"/>
            <ac:spMk id="43" creationId="{AF1F83AC-126B-2764-0B77-F48865A8825A}"/>
          </ac:spMkLst>
        </pc:spChg>
        <pc:spChg chg="mod">
          <ac:chgData name="Alexis MTC" userId="a16190d96cca1a59" providerId="LiveId" clId="{E5DD75F8-2736-4724-BCBD-FB28291E9303}" dt="2026-05-01T18:06:49.366" v="1703"/>
          <ac:spMkLst>
            <pc:docMk/>
            <pc:sldMk cId="0" sldId="2147483020"/>
            <ac:spMk id="46" creationId="{BA97D70C-B065-9EC3-0F77-1D544D9AA7E4}"/>
          </ac:spMkLst>
        </pc:spChg>
        <pc:spChg chg="mod">
          <ac:chgData name="Alexis MTC" userId="a16190d96cca1a59" providerId="LiveId" clId="{E5DD75F8-2736-4724-BCBD-FB28291E9303}" dt="2026-05-01T18:09:59.302" v="1756" actId="20577"/>
          <ac:spMkLst>
            <pc:docMk/>
            <pc:sldMk cId="0" sldId="2147483020"/>
            <ac:spMk id="47" creationId="{552C787A-1BAF-4D4E-9BC4-F63044B99AC5}"/>
          </ac:spMkLst>
        </pc:spChg>
        <pc:spChg chg="mod">
          <ac:chgData name="Alexis MTC" userId="a16190d96cca1a59" providerId="LiveId" clId="{E5DD75F8-2736-4724-BCBD-FB28291E9303}" dt="2026-05-01T18:09:35.621" v="1737"/>
          <ac:spMkLst>
            <pc:docMk/>
            <pc:sldMk cId="0" sldId="2147483020"/>
            <ac:spMk id="50" creationId="{97A9EEA9-AC19-419B-A690-44785AABE348}"/>
          </ac:spMkLst>
        </pc:spChg>
        <pc:spChg chg="mod">
          <ac:chgData name="Alexis MTC" userId="a16190d96cca1a59" providerId="LiveId" clId="{E5DD75F8-2736-4724-BCBD-FB28291E9303}" dt="2026-05-01T18:11:27.253" v="1758"/>
          <ac:spMkLst>
            <pc:docMk/>
            <pc:sldMk cId="0" sldId="2147483020"/>
            <ac:spMk id="51" creationId="{84C21D7B-D4AD-66CB-7D09-013A18EB2F6B}"/>
          </ac:spMkLst>
        </pc:spChg>
        <pc:spChg chg="mod">
          <ac:chgData name="Alexis MTC" userId="a16190d96cca1a59" providerId="LiveId" clId="{E5DD75F8-2736-4724-BCBD-FB28291E9303}" dt="2026-05-01T18:15:02.166" v="1811"/>
          <ac:spMkLst>
            <pc:docMk/>
            <pc:sldMk cId="0" sldId="2147483020"/>
            <ac:spMk id="54" creationId="{12480E3E-FE9B-3F3C-196E-BD4DFE8939D8}"/>
          </ac:spMkLst>
        </pc:spChg>
        <pc:spChg chg="mod">
          <ac:chgData name="Alexis MTC" userId="a16190d96cca1a59" providerId="LiveId" clId="{E5DD75F8-2736-4724-BCBD-FB28291E9303}" dt="2026-05-01T18:14:45.914" v="1810" actId="20577"/>
          <ac:spMkLst>
            <pc:docMk/>
            <pc:sldMk cId="0" sldId="2147483020"/>
            <ac:spMk id="55" creationId="{BF16B280-5C7B-C351-20D5-7F3098C6CBAF}"/>
          </ac:spMkLst>
        </pc:spChg>
        <pc:spChg chg="mod">
          <ac:chgData name="Alexis MTC" userId="a16190d96cca1a59" providerId="LiveId" clId="{E5DD75F8-2736-4724-BCBD-FB28291E9303}" dt="2026-05-01T18:12:55.501" v="1769"/>
          <ac:spMkLst>
            <pc:docMk/>
            <pc:sldMk cId="0" sldId="2147483020"/>
            <ac:spMk id="58" creationId="{CBFAE5BB-DD17-0999-5A3C-988658FD93A8}"/>
          </ac:spMkLst>
        </pc:spChg>
        <pc:spChg chg="mod">
          <ac:chgData name="Alexis MTC" userId="a16190d96cca1a59" providerId="LiveId" clId="{E5DD75F8-2736-4724-BCBD-FB28291E9303}" dt="2026-05-01T18:14:14.442" v="1807" actId="20577"/>
          <ac:spMkLst>
            <pc:docMk/>
            <pc:sldMk cId="0" sldId="2147483020"/>
            <ac:spMk id="59" creationId="{7682EA19-28AF-E9A3-B8A6-FDA1D606FFAB}"/>
          </ac:spMkLst>
        </pc:spChg>
        <pc:spChg chg="mod">
          <ac:chgData name="Alexis MTC" userId="a16190d96cca1a59" providerId="LiveId" clId="{E5DD75F8-2736-4724-BCBD-FB28291E9303}" dt="2026-05-01T18:11:44.495" v="1759"/>
          <ac:spMkLst>
            <pc:docMk/>
            <pc:sldMk cId="0" sldId="2147483020"/>
            <ac:spMk id="62" creationId="{04F9B7E8-306F-62FE-60EC-DA9E0596B665}"/>
          </ac:spMkLst>
        </pc:spChg>
        <pc:spChg chg="mod">
          <ac:chgData name="Alexis MTC" userId="a16190d96cca1a59" providerId="LiveId" clId="{E5DD75F8-2736-4724-BCBD-FB28291E9303}" dt="2026-05-01T18:12:21.530" v="1768"/>
          <ac:spMkLst>
            <pc:docMk/>
            <pc:sldMk cId="0" sldId="2147483020"/>
            <ac:spMk id="63" creationId="{278C8F89-3F5E-81CD-E902-67BD759D73A5}"/>
          </ac:spMkLst>
        </pc:spChg>
        <pc:spChg chg="add mod">
          <ac:chgData name="Alexis MTC" userId="a16190d96cca1a59" providerId="LiveId" clId="{E5DD75F8-2736-4724-BCBD-FB28291E9303}" dt="2026-05-01T16:08:58.663" v="1037"/>
          <ac:spMkLst>
            <pc:docMk/>
            <pc:sldMk cId="0" sldId="2147483020"/>
            <ac:spMk id="65" creationId="{8449E3FD-A7DC-1E0B-4240-6A0720DE40F7}"/>
          </ac:spMkLst>
        </pc:spChg>
        <pc:spChg chg="add mod">
          <ac:chgData name="Alexis MTC" userId="a16190d96cca1a59" providerId="LiveId" clId="{E5DD75F8-2736-4724-BCBD-FB28291E9303}" dt="2026-05-01T16:08:58.663" v="1037"/>
          <ac:spMkLst>
            <pc:docMk/>
            <pc:sldMk cId="0" sldId="2147483020"/>
            <ac:spMk id="66" creationId="{E4423266-1A5D-2DAF-9992-C6971D039739}"/>
          </ac:spMkLst>
        </pc:spChg>
        <pc:spChg chg="add mod">
          <ac:chgData name="Alexis MTC" userId="a16190d96cca1a59" providerId="LiveId" clId="{E5DD75F8-2736-4724-BCBD-FB28291E9303}" dt="2026-05-01T16:08:58.663" v="1037"/>
          <ac:spMkLst>
            <pc:docMk/>
            <pc:sldMk cId="0" sldId="2147483020"/>
            <ac:spMk id="67" creationId="{506BCDEA-91A5-5571-D456-AD8443DF6751}"/>
          </ac:spMkLst>
        </pc:spChg>
        <pc:spChg chg="add mod">
          <ac:chgData name="Alexis MTC" userId="a16190d96cca1a59" providerId="LiveId" clId="{E5DD75F8-2736-4724-BCBD-FB28291E9303}" dt="2026-05-01T18:16:25.770" v="1896" actId="208"/>
          <ac:spMkLst>
            <pc:docMk/>
            <pc:sldMk cId="0" sldId="2147483020"/>
            <ac:spMk id="70" creationId="{DE78A2F3-D364-E665-B2CE-B40AE25FE926}"/>
          </ac:spMkLst>
        </pc:spChg>
        <pc:spChg chg="add mod">
          <ac:chgData name="Alexis MTC" userId="a16190d96cca1a59" providerId="LiveId" clId="{E5DD75F8-2736-4724-BCBD-FB28291E9303}" dt="2026-05-01T17:59:55.104" v="1415" actId="255"/>
          <ac:spMkLst>
            <pc:docMk/>
            <pc:sldMk cId="0" sldId="2147483020"/>
            <ac:spMk id="71" creationId="{4431C13B-535D-459C-4A13-02439A24E7CB}"/>
          </ac:spMkLst>
        </pc:spChg>
        <pc:spChg chg="mod">
          <ac:chgData name="Alexis MTC" userId="a16190d96cca1a59" providerId="LiveId" clId="{E5DD75F8-2736-4724-BCBD-FB28291E9303}" dt="2026-05-01T18:13:17.329" v="1780" actId="20577"/>
          <ac:spMkLst>
            <pc:docMk/>
            <pc:sldMk cId="0" sldId="2147483020"/>
            <ac:spMk id="72" creationId="{68B4F17A-FA37-D81B-4E10-717498A8EBF1}"/>
          </ac:spMkLst>
        </pc:spChg>
        <pc:grpChg chg="mod">
          <ac:chgData name="Alexis MTC" userId="a16190d96cca1a59" providerId="LiveId" clId="{E5DD75F8-2736-4724-BCBD-FB28291E9303}" dt="2026-05-01T18:02:24.258" v="1470"/>
          <ac:grpSpMkLst>
            <pc:docMk/>
            <pc:sldMk cId="0" sldId="2147483020"/>
            <ac:grpSpMk id="2" creationId="{FC78108C-47DA-EC36-0A14-C205A48091B0}"/>
          </ac:grpSpMkLst>
        </pc:grpChg>
        <pc:cxnChg chg="mod">
          <ac:chgData name="Alexis MTC" userId="a16190d96cca1a59" providerId="LiveId" clId="{E5DD75F8-2736-4724-BCBD-FB28291E9303}" dt="2026-05-01T18:02:24.258" v="1470"/>
          <ac:cxnSpMkLst>
            <pc:docMk/>
            <pc:sldMk cId="0" sldId="2147483020"/>
            <ac:cxnSpMk id="3" creationId="{EA4F6046-D9E7-AF1A-90B8-C0519F158276}"/>
          </ac:cxnSpMkLst>
        </pc:cxnChg>
      </pc:sldChg>
      <pc:sldChg chg="addSp delSp modSp mod">
        <pc:chgData name="Alexis MTC" userId="a16190d96cca1a59" providerId="LiveId" clId="{E5DD75F8-2736-4724-BCBD-FB28291E9303}" dt="2026-05-01T17:33:03.964" v="1265" actId="14100"/>
        <pc:sldMkLst>
          <pc:docMk/>
          <pc:sldMk cId="3342543047" sldId="2147483021"/>
        </pc:sldMkLst>
        <pc:spChg chg="add mod">
          <ac:chgData name="Alexis MTC" userId="a16190d96cca1a59" providerId="LiveId" clId="{E5DD75F8-2736-4724-BCBD-FB28291E9303}" dt="2026-05-01T17:32:58.476" v="1264" actId="1076"/>
          <ac:spMkLst>
            <pc:docMk/>
            <pc:sldMk cId="3342543047" sldId="2147483021"/>
            <ac:spMk id="3" creationId="{FDDA6ACF-3A96-DE68-6C43-BAB21AEF1711}"/>
          </ac:spMkLst>
        </pc:spChg>
        <pc:spChg chg="add del">
          <ac:chgData name="Alexis MTC" userId="a16190d96cca1a59" providerId="LiveId" clId="{E5DD75F8-2736-4724-BCBD-FB28291E9303}" dt="2026-05-01T17:14:24.600" v="1166" actId="478"/>
          <ac:spMkLst>
            <pc:docMk/>
            <pc:sldMk cId="3342543047" sldId="2147483021"/>
            <ac:spMk id="4" creationId="{33EA8BD1-0A8A-67F4-2F35-0740DC8F436D}"/>
          </ac:spMkLst>
        </pc:spChg>
        <pc:spChg chg="add del">
          <ac:chgData name="Alexis MTC" userId="a16190d96cca1a59" providerId="LiveId" clId="{E5DD75F8-2736-4724-BCBD-FB28291E9303}" dt="2026-05-01T17:14:24.600" v="1166" actId="478"/>
          <ac:spMkLst>
            <pc:docMk/>
            <pc:sldMk cId="3342543047" sldId="2147483021"/>
            <ac:spMk id="8" creationId="{6EF50788-B92F-D4AA-330D-367AAEBB3A0C}"/>
          </ac:spMkLst>
        </pc:spChg>
        <pc:spChg chg="add mod">
          <ac:chgData name="Alexis MTC" userId="a16190d96cca1a59" providerId="LiveId" clId="{E5DD75F8-2736-4724-BCBD-FB28291E9303}" dt="2026-05-01T17:32:58.476" v="1264" actId="1076"/>
          <ac:spMkLst>
            <pc:docMk/>
            <pc:sldMk cId="3342543047" sldId="2147483021"/>
            <ac:spMk id="9" creationId="{42044578-F12A-DFFC-5005-C321913AE220}"/>
          </ac:spMkLst>
        </pc:spChg>
        <pc:spChg chg="add mod">
          <ac:chgData name="Alexis MTC" userId="a16190d96cca1a59" providerId="LiveId" clId="{E5DD75F8-2736-4724-BCBD-FB28291E9303}" dt="2026-05-01T17:32:58.476" v="1264" actId="1076"/>
          <ac:spMkLst>
            <pc:docMk/>
            <pc:sldMk cId="3342543047" sldId="2147483021"/>
            <ac:spMk id="11" creationId="{85D95E65-EB1D-0EC8-3DC4-9A8FBCC9EC26}"/>
          </ac:spMkLst>
        </pc:spChg>
        <pc:spChg chg="mod">
          <ac:chgData name="Alexis MTC" userId="a16190d96cca1a59" providerId="LiveId" clId="{E5DD75F8-2736-4724-BCBD-FB28291E9303}" dt="2026-05-01T17:21:04.931" v="1191" actId="20577"/>
          <ac:spMkLst>
            <pc:docMk/>
            <pc:sldMk cId="3342543047" sldId="2147483021"/>
            <ac:spMk id="14" creationId="{3154CA9E-CA14-2322-6CA2-C98290D3073F}"/>
          </ac:spMkLst>
        </pc:spChg>
        <pc:spChg chg="mod">
          <ac:chgData name="Alexis MTC" userId="a16190d96cca1a59" providerId="LiveId" clId="{E5DD75F8-2736-4724-BCBD-FB28291E9303}" dt="2026-05-01T17:32:23.360" v="1261"/>
          <ac:spMkLst>
            <pc:docMk/>
            <pc:sldMk cId="3342543047" sldId="2147483021"/>
            <ac:spMk id="16" creationId="{B359826A-8365-06E0-921C-13609267DB88}"/>
          </ac:spMkLst>
        </pc:spChg>
        <pc:spChg chg="add mod">
          <ac:chgData name="Alexis MTC" userId="a16190d96cca1a59" providerId="LiveId" clId="{E5DD75F8-2736-4724-BCBD-FB28291E9303}" dt="2026-05-01T17:24:42.793" v="1222" actId="1076"/>
          <ac:spMkLst>
            <pc:docMk/>
            <pc:sldMk cId="3342543047" sldId="2147483021"/>
            <ac:spMk id="18" creationId="{C1EF0F3F-61EF-FAD9-44CE-564489B0132F}"/>
          </ac:spMkLst>
        </pc:spChg>
        <pc:spChg chg="add del">
          <ac:chgData name="Alexis MTC" userId="a16190d96cca1a59" providerId="LiveId" clId="{E5DD75F8-2736-4724-BCBD-FB28291E9303}" dt="2026-05-01T17:14:24.600" v="1166" actId="478"/>
          <ac:spMkLst>
            <pc:docMk/>
            <pc:sldMk cId="3342543047" sldId="2147483021"/>
            <ac:spMk id="19" creationId="{0F05160F-D7D0-DB71-355F-33B96E023AA1}"/>
          </ac:spMkLst>
        </pc:spChg>
        <pc:spChg chg="add del">
          <ac:chgData name="Alexis MTC" userId="a16190d96cca1a59" providerId="LiveId" clId="{E5DD75F8-2736-4724-BCBD-FB28291E9303}" dt="2026-05-01T17:14:24.600" v="1166" actId="478"/>
          <ac:spMkLst>
            <pc:docMk/>
            <pc:sldMk cId="3342543047" sldId="2147483021"/>
            <ac:spMk id="26" creationId="{D4932463-D473-E4C4-0C83-C9A16EF4EC12}"/>
          </ac:spMkLst>
        </pc:spChg>
        <pc:spChg chg="add del">
          <ac:chgData name="Alexis MTC" userId="a16190d96cca1a59" providerId="LiveId" clId="{E5DD75F8-2736-4724-BCBD-FB28291E9303}" dt="2026-05-01T17:14:24.600" v="1166" actId="478"/>
          <ac:spMkLst>
            <pc:docMk/>
            <pc:sldMk cId="3342543047" sldId="2147483021"/>
            <ac:spMk id="27" creationId="{39CDBEC2-61BC-4E39-58DB-EB34CEBCA3CB}"/>
          </ac:spMkLst>
        </pc:spChg>
        <pc:spChg chg="add del">
          <ac:chgData name="Alexis MTC" userId="a16190d96cca1a59" providerId="LiveId" clId="{E5DD75F8-2736-4724-BCBD-FB28291E9303}" dt="2026-05-01T17:14:24.600" v="1166" actId="478"/>
          <ac:spMkLst>
            <pc:docMk/>
            <pc:sldMk cId="3342543047" sldId="2147483021"/>
            <ac:spMk id="29" creationId="{B1E21F70-C909-BFC8-A800-7BD068DB61B7}"/>
          </ac:spMkLst>
        </pc:spChg>
        <pc:spChg chg="del">
          <ac:chgData name="Alexis MTC" userId="a16190d96cca1a59" providerId="LiveId" clId="{E5DD75F8-2736-4724-BCBD-FB28291E9303}" dt="2026-05-01T17:14:26.605" v="1167" actId="478"/>
          <ac:spMkLst>
            <pc:docMk/>
            <pc:sldMk cId="3342543047" sldId="2147483021"/>
            <ac:spMk id="30" creationId="{8DF71922-A16B-B7EE-5724-736036A9F30C}"/>
          </ac:spMkLst>
        </pc:spChg>
        <pc:spChg chg="del">
          <ac:chgData name="Alexis MTC" userId="a16190d96cca1a59" providerId="LiveId" clId="{E5DD75F8-2736-4724-BCBD-FB28291E9303}" dt="2026-05-01T17:14:30.450" v="1170" actId="478"/>
          <ac:spMkLst>
            <pc:docMk/>
            <pc:sldMk cId="3342543047" sldId="2147483021"/>
            <ac:spMk id="31" creationId="{6E5348FC-5AA6-0BFF-1E0B-6CA5DA9A06AD}"/>
          </ac:spMkLst>
        </pc:spChg>
        <pc:spChg chg="add del">
          <ac:chgData name="Alexis MTC" userId="a16190d96cca1a59" providerId="LiveId" clId="{E5DD75F8-2736-4724-BCBD-FB28291E9303}" dt="2026-05-01T17:14:24.600" v="1166" actId="478"/>
          <ac:spMkLst>
            <pc:docMk/>
            <pc:sldMk cId="3342543047" sldId="2147483021"/>
            <ac:spMk id="99" creationId="{F576B333-D457-40B6-2DE6-039573C04946}"/>
          </ac:spMkLst>
        </pc:spChg>
        <pc:spChg chg="add del">
          <ac:chgData name="Alexis MTC" userId="a16190d96cca1a59" providerId="LiveId" clId="{E5DD75F8-2736-4724-BCBD-FB28291E9303}" dt="2026-05-01T17:14:24.600" v="1166" actId="478"/>
          <ac:spMkLst>
            <pc:docMk/>
            <pc:sldMk cId="3342543047" sldId="2147483021"/>
            <ac:spMk id="112" creationId="{C9A6C218-B3E3-1850-B694-AB50C5D8C852}"/>
          </ac:spMkLst>
        </pc:spChg>
        <pc:spChg chg="add del">
          <ac:chgData name="Alexis MTC" userId="a16190d96cca1a59" providerId="LiveId" clId="{E5DD75F8-2736-4724-BCBD-FB28291E9303}" dt="2026-05-01T17:14:24.600" v="1166" actId="478"/>
          <ac:spMkLst>
            <pc:docMk/>
            <pc:sldMk cId="3342543047" sldId="2147483021"/>
            <ac:spMk id="1035" creationId="{05D2D8EA-38B8-E61F-11B5-D99F0F37F049}"/>
          </ac:spMkLst>
        </pc:spChg>
        <pc:spChg chg="add del">
          <ac:chgData name="Alexis MTC" userId="a16190d96cca1a59" providerId="LiveId" clId="{E5DD75F8-2736-4724-BCBD-FB28291E9303}" dt="2026-05-01T17:14:24.600" v="1166" actId="478"/>
          <ac:spMkLst>
            <pc:docMk/>
            <pc:sldMk cId="3342543047" sldId="2147483021"/>
            <ac:spMk id="1036" creationId="{66602109-2A09-E5E2-C96B-303DD126AB9E}"/>
          </ac:spMkLst>
        </pc:spChg>
        <pc:picChg chg="add mod modCrop">
          <ac:chgData name="Alexis MTC" userId="a16190d96cca1a59" providerId="LiveId" clId="{E5DD75F8-2736-4724-BCBD-FB28291E9303}" dt="2026-05-01T17:33:03.964" v="1265" actId="14100"/>
          <ac:picMkLst>
            <pc:docMk/>
            <pc:sldMk cId="3342543047" sldId="2147483021"/>
            <ac:picMk id="13" creationId="{84035478-EB05-B96E-B15E-884A81AB45DD}"/>
          </ac:picMkLst>
        </pc:picChg>
        <pc:picChg chg="del">
          <ac:chgData name="Alexis MTC" userId="a16190d96cca1a59" providerId="LiveId" clId="{E5DD75F8-2736-4724-BCBD-FB28291E9303}" dt="2026-05-01T17:14:28.809" v="1169" actId="478"/>
          <ac:picMkLst>
            <pc:docMk/>
            <pc:sldMk cId="3342543047" sldId="2147483021"/>
            <ac:picMk id="17" creationId="{C8F59962-338F-A276-63D4-60F4A392ABDE}"/>
          </ac:picMkLst>
        </pc:picChg>
        <pc:picChg chg="del">
          <ac:chgData name="Alexis MTC" userId="a16190d96cca1a59" providerId="LiveId" clId="{E5DD75F8-2736-4724-BCBD-FB28291E9303}" dt="2026-05-01T17:14:27.580" v="1168" actId="478"/>
          <ac:picMkLst>
            <pc:docMk/>
            <pc:sldMk cId="3342543047" sldId="2147483021"/>
            <ac:picMk id="1028" creationId="{07F91B13-105A-816A-332E-BFE408F8A641}"/>
          </ac:picMkLst>
        </pc:picChg>
        <pc:cxnChg chg="add mod">
          <ac:chgData name="Alexis MTC" userId="a16190d96cca1a59" providerId="LiveId" clId="{E5DD75F8-2736-4724-BCBD-FB28291E9303}" dt="2026-05-01T17:32:58.476" v="1264" actId="1076"/>
          <ac:cxnSpMkLst>
            <pc:docMk/>
            <pc:sldMk cId="3342543047" sldId="2147483021"/>
            <ac:cxnSpMk id="10" creationId="{FB7D1937-AA71-7169-31EA-0BED61CC8174}"/>
          </ac:cxnSpMkLst>
        </pc:cxnChg>
      </pc:sldChg>
      <pc:sldChg chg="addSp delSp modSp mod">
        <pc:chgData name="Alexis MTC" userId="a16190d96cca1a59" providerId="LiveId" clId="{E5DD75F8-2736-4724-BCBD-FB28291E9303}" dt="2026-05-01T18:30:10.577" v="1940" actId="20577"/>
        <pc:sldMkLst>
          <pc:docMk/>
          <pc:sldMk cId="4232924889" sldId="2147483030"/>
        </pc:sldMkLst>
        <pc:spChg chg="del">
          <ac:chgData name="Alexis MTC" userId="a16190d96cca1a59" providerId="LiveId" clId="{E5DD75F8-2736-4724-BCBD-FB28291E9303}" dt="2026-05-01T15:03:16.031" v="578" actId="478"/>
          <ac:spMkLst>
            <pc:docMk/>
            <pc:sldMk cId="4232924889" sldId="2147483030"/>
            <ac:spMk id="2" creationId="{4F627D59-E71B-2EB0-9379-FE997165A1C5}"/>
          </ac:spMkLst>
        </pc:spChg>
        <pc:spChg chg="del">
          <ac:chgData name="Alexis MTC" userId="a16190d96cca1a59" providerId="LiveId" clId="{E5DD75F8-2736-4724-BCBD-FB28291E9303}" dt="2026-05-01T15:03:16.031" v="578" actId="478"/>
          <ac:spMkLst>
            <pc:docMk/>
            <pc:sldMk cId="4232924889" sldId="2147483030"/>
            <ac:spMk id="5" creationId="{4D35D4EB-5986-A748-0C41-A56767107D3E}"/>
          </ac:spMkLst>
        </pc:spChg>
        <pc:spChg chg="del">
          <ac:chgData name="Alexis MTC" userId="a16190d96cca1a59" providerId="LiveId" clId="{E5DD75F8-2736-4724-BCBD-FB28291E9303}" dt="2026-05-01T15:03:16.031" v="578" actId="478"/>
          <ac:spMkLst>
            <pc:docMk/>
            <pc:sldMk cId="4232924889" sldId="2147483030"/>
            <ac:spMk id="6" creationId="{2128ED35-68A1-D04A-D3E5-65892A1146A6}"/>
          </ac:spMkLst>
        </pc:spChg>
        <pc:spChg chg="del">
          <ac:chgData name="Alexis MTC" userId="a16190d96cca1a59" providerId="LiveId" clId="{E5DD75F8-2736-4724-BCBD-FB28291E9303}" dt="2026-05-01T15:03:16.031" v="578" actId="478"/>
          <ac:spMkLst>
            <pc:docMk/>
            <pc:sldMk cId="4232924889" sldId="2147483030"/>
            <ac:spMk id="10" creationId="{713940C7-4C26-7E88-5EB6-0FA4D72D4AFF}"/>
          </ac:spMkLst>
        </pc:spChg>
        <pc:spChg chg="del">
          <ac:chgData name="Alexis MTC" userId="a16190d96cca1a59" providerId="LiveId" clId="{E5DD75F8-2736-4724-BCBD-FB28291E9303}" dt="2026-05-01T15:03:16.031" v="578" actId="478"/>
          <ac:spMkLst>
            <pc:docMk/>
            <pc:sldMk cId="4232924889" sldId="2147483030"/>
            <ac:spMk id="14" creationId="{1DCFE59E-6704-54BD-02E8-66E456727460}"/>
          </ac:spMkLst>
        </pc:spChg>
        <pc:spChg chg="del">
          <ac:chgData name="Alexis MTC" userId="a16190d96cca1a59" providerId="LiveId" clId="{E5DD75F8-2736-4724-BCBD-FB28291E9303}" dt="2026-05-01T15:03:16.031" v="578" actId="478"/>
          <ac:spMkLst>
            <pc:docMk/>
            <pc:sldMk cId="4232924889" sldId="2147483030"/>
            <ac:spMk id="15" creationId="{96B3BD57-1EF9-B1D0-4D05-89157C31383E}"/>
          </ac:spMkLst>
        </pc:spChg>
        <pc:spChg chg="del">
          <ac:chgData name="Alexis MTC" userId="a16190d96cca1a59" providerId="LiveId" clId="{E5DD75F8-2736-4724-BCBD-FB28291E9303}" dt="2026-05-01T15:03:16.031" v="578" actId="478"/>
          <ac:spMkLst>
            <pc:docMk/>
            <pc:sldMk cId="4232924889" sldId="2147483030"/>
            <ac:spMk id="16" creationId="{1B99A283-EF43-AE8F-1B77-3075D55A3FDC}"/>
          </ac:spMkLst>
        </pc:spChg>
        <pc:spChg chg="del">
          <ac:chgData name="Alexis MTC" userId="a16190d96cca1a59" providerId="LiveId" clId="{E5DD75F8-2736-4724-BCBD-FB28291E9303}" dt="2026-05-01T15:03:16.031" v="578" actId="478"/>
          <ac:spMkLst>
            <pc:docMk/>
            <pc:sldMk cId="4232924889" sldId="2147483030"/>
            <ac:spMk id="17" creationId="{0AEE0D9A-2299-6DF1-7C5A-8A448944B2E9}"/>
          </ac:spMkLst>
        </pc:spChg>
        <pc:spChg chg="mod">
          <ac:chgData name="Alexis MTC" userId="a16190d96cca1a59" providerId="LiveId" clId="{E5DD75F8-2736-4724-BCBD-FB28291E9303}" dt="2026-05-01T14:47:11.200" v="577"/>
          <ac:spMkLst>
            <pc:docMk/>
            <pc:sldMk cId="4232924889" sldId="2147483030"/>
            <ac:spMk id="23" creationId="{431C0773-7412-85C2-9BC2-C8C57284C428}"/>
          </ac:spMkLst>
        </pc:spChg>
        <pc:spChg chg="mod">
          <ac:chgData name="Alexis MTC" userId="a16190d96cca1a59" providerId="LiveId" clId="{E5DD75F8-2736-4724-BCBD-FB28291E9303}" dt="2026-05-01T15:30:07.695" v="794" actId="20577"/>
          <ac:spMkLst>
            <pc:docMk/>
            <pc:sldMk cId="4232924889" sldId="2147483030"/>
            <ac:spMk id="24" creationId="{DDC1451E-E798-195C-6DA2-D8E4ABF50C00}"/>
          </ac:spMkLst>
        </pc:spChg>
        <pc:spChg chg="del">
          <ac:chgData name="Alexis MTC" userId="a16190d96cca1a59" providerId="LiveId" clId="{E5DD75F8-2736-4724-BCBD-FB28291E9303}" dt="2026-05-01T15:03:16.031" v="578" actId="478"/>
          <ac:spMkLst>
            <pc:docMk/>
            <pc:sldMk cId="4232924889" sldId="2147483030"/>
            <ac:spMk id="25" creationId="{3F2EEF5D-1A16-864D-5BA1-9F0FE307C6B9}"/>
          </ac:spMkLst>
        </pc:spChg>
        <pc:spChg chg="del">
          <ac:chgData name="Alexis MTC" userId="a16190d96cca1a59" providerId="LiveId" clId="{E5DD75F8-2736-4724-BCBD-FB28291E9303}" dt="2026-05-01T15:03:18.331" v="579" actId="478"/>
          <ac:spMkLst>
            <pc:docMk/>
            <pc:sldMk cId="4232924889" sldId="2147483030"/>
            <ac:spMk id="34" creationId="{6F392028-91B0-4F16-015E-0F0B6AB63FB7}"/>
          </ac:spMkLst>
        </pc:spChg>
        <pc:graphicFrameChg chg="add mod modGraphic">
          <ac:chgData name="Alexis MTC" userId="a16190d96cca1a59" providerId="LiveId" clId="{E5DD75F8-2736-4724-BCBD-FB28291E9303}" dt="2026-05-01T18:30:10.577" v="1940" actId="20577"/>
          <ac:graphicFrameMkLst>
            <pc:docMk/>
            <pc:sldMk cId="4232924889" sldId="2147483030"/>
            <ac:graphicFrameMk id="8" creationId="{A2F489B1-DBDF-E90F-1AB1-9BE94B134504}"/>
          </ac:graphicFrameMkLst>
        </pc:graphicFrameChg>
        <pc:picChg chg="add mod modCrop">
          <ac:chgData name="Alexis MTC" userId="a16190d96cca1a59" providerId="LiveId" clId="{E5DD75F8-2736-4724-BCBD-FB28291E9303}" dt="2026-05-01T15:16:51.606" v="715" actId="1076"/>
          <ac:picMkLst>
            <pc:docMk/>
            <pc:sldMk cId="4232924889" sldId="2147483030"/>
            <ac:picMk id="7" creationId="{BE530EDE-2D02-4C0B-2EAD-61EFE1345A16}"/>
          </ac:picMkLst>
        </pc:picChg>
        <pc:picChg chg="add del mod">
          <ac:chgData name="Alexis MTC" userId="a16190d96cca1a59" providerId="LiveId" clId="{E5DD75F8-2736-4724-BCBD-FB28291E9303}" dt="2026-05-01T15:04:33.514" v="588" actId="478"/>
          <ac:picMkLst>
            <pc:docMk/>
            <pc:sldMk cId="4232924889" sldId="2147483030"/>
            <ac:picMk id="5122" creationId="{74C1CA4F-EE5E-AFC5-84D1-BD72E9B9AD0B}"/>
          </ac:picMkLst>
        </pc:picChg>
        <pc:cxnChg chg="del">
          <ac:chgData name="Alexis MTC" userId="a16190d96cca1a59" providerId="LiveId" clId="{E5DD75F8-2736-4724-BCBD-FB28291E9303}" dt="2026-05-01T15:03:16.031" v="578" actId="478"/>
          <ac:cxnSpMkLst>
            <pc:docMk/>
            <pc:sldMk cId="4232924889" sldId="2147483030"/>
            <ac:cxnSpMk id="27" creationId="{70E863D2-028B-D753-8A6C-3499631D3CE4}"/>
          </ac:cxnSpMkLst>
        </pc:cxnChg>
      </pc:sldChg>
      <pc:sldChg chg="addSp delSp modSp mod">
        <pc:chgData name="Alexis MTC" userId="a16190d96cca1a59" providerId="LiveId" clId="{E5DD75F8-2736-4724-BCBD-FB28291E9303}" dt="2026-05-01T15:43:51.754" v="910" actId="14100"/>
        <pc:sldMkLst>
          <pc:docMk/>
          <pc:sldMk cId="4263366780" sldId="2147483031"/>
        </pc:sldMkLst>
        <pc:spChg chg="mod">
          <ac:chgData name="Alexis MTC" userId="a16190d96cca1a59" providerId="LiveId" clId="{E5DD75F8-2736-4724-BCBD-FB28291E9303}" dt="2026-05-01T15:43:51.754" v="910" actId="14100"/>
          <ac:spMkLst>
            <pc:docMk/>
            <pc:sldMk cId="4263366780" sldId="2147483031"/>
            <ac:spMk id="2" creationId="{7DF74F3D-9F40-CB9E-73D4-0E9BCD4B707B}"/>
          </ac:spMkLst>
        </pc:spChg>
        <pc:spChg chg="add">
          <ac:chgData name="Alexis MTC" userId="a16190d96cca1a59" providerId="LiveId" clId="{E5DD75F8-2736-4724-BCBD-FB28291E9303}" dt="2026-05-01T15:28:41.607" v="764"/>
          <ac:spMkLst>
            <pc:docMk/>
            <pc:sldMk cId="4263366780" sldId="2147483031"/>
            <ac:spMk id="3" creationId="{E31B3AE8-BD23-027F-4373-2B6F5544B16F}"/>
          </ac:spMkLst>
        </pc:spChg>
        <pc:spChg chg="mod">
          <ac:chgData name="Alexis MTC" userId="a16190d96cca1a59" providerId="LiveId" clId="{E5DD75F8-2736-4724-BCBD-FB28291E9303}" dt="2026-05-01T15:29:44.713" v="773" actId="14100"/>
          <ac:spMkLst>
            <pc:docMk/>
            <pc:sldMk cId="4263366780" sldId="2147483031"/>
            <ac:spMk id="4" creationId="{F05120D8-7B5D-26EE-DF0F-68D1B76D8039}"/>
          </ac:spMkLst>
        </pc:spChg>
        <pc:spChg chg="mod">
          <ac:chgData name="Alexis MTC" userId="a16190d96cca1a59" providerId="LiveId" clId="{E5DD75F8-2736-4724-BCBD-FB28291E9303}" dt="2026-05-01T15:30:48.661" v="802"/>
          <ac:spMkLst>
            <pc:docMk/>
            <pc:sldMk cId="4263366780" sldId="2147483031"/>
            <ac:spMk id="7" creationId="{EC726F74-2DED-55E0-5E16-7B80B9F46332}"/>
          </ac:spMkLst>
        </pc:spChg>
        <pc:spChg chg="mod">
          <ac:chgData name="Alexis MTC" userId="a16190d96cca1a59" providerId="LiveId" clId="{E5DD75F8-2736-4724-BCBD-FB28291E9303}" dt="2026-05-01T15:30:25.497" v="795"/>
          <ac:spMkLst>
            <pc:docMk/>
            <pc:sldMk cId="4263366780" sldId="2147483031"/>
            <ac:spMk id="8" creationId="{39B9EACA-4A4D-FAFB-8BAE-1C7006B31EB2}"/>
          </ac:spMkLst>
        </pc:spChg>
        <pc:spChg chg="del">
          <ac:chgData name="Alexis MTC" userId="a16190d96cca1a59" providerId="LiveId" clId="{E5DD75F8-2736-4724-BCBD-FB28291E9303}" dt="2026-05-01T15:26:45.538" v="762" actId="478"/>
          <ac:spMkLst>
            <pc:docMk/>
            <pc:sldMk cId="4263366780" sldId="2147483031"/>
            <ac:spMk id="10" creationId="{F55BCA6F-B172-B9B6-C35C-6048F6BE3463}"/>
          </ac:spMkLst>
        </pc:spChg>
        <pc:spChg chg="mod">
          <ac:chgData name="Alexis MTC" userId="a16190d96cca1a59" providerId="LiveId" clId="{E5DD75F8-2736-4724-BCBD-FB28291E9303}" dt="2026-05-01T15:43:46.929" v="909" actId="5793"/>
          <ac:spMkLst>
            <pc:docMk/>
            <pc:sldMk cId="4263366780" sldId="2147483031"/>
            <ac:spMk id="11" creationId="{F25CB531-DD09-4D16-5F10-6B813C49ED99}"/>
          </ac:spMkLst>
        </pc:spChg>
        <pc:spChg chg="add mod">
          <ac:chgData name="Alexis MTC" userId="a16190d96cca1a59" providerId="LiveId" clId="{E5DD75F8-2736-4724-BCBD-FB28291E9303}" dt="2026-05-01T15:32:56.892" v="827" actId="123"/>
          <ac:spMkLst>
            <pc:docMk/>
            <pc:sldMk cId="4263366780" sldId="2147483031"/>
            <ac:spMk id="16" creationId="{CBCCBED7-9C69-E2F2-FC1F-A39B6F649C5F}"/>
          </ac:spMkLst>
        </pc:spChg>
        <pc:spChg chg="add mod">
          <ac:chgData name="Alexis MTC" userId="a16190d96cca1a59" providerId="LiveId" clId="{E5DD75F8-2736-4724-BCBD-FB28291E9303}" dt="2026-05-01T15:33:28.927" v="834" actId="14100"/>
          <ac:spMkLst>
            <pc:docMk/>
            <pc:sldMk cId="4263366780" sldId="2147483031"/>
            <ac:spMk id="18" creationId="{F1F89CAD-D03A-F8F0-3F53-E3B1B3551B27}"/>
          </ac:spMkLst>
        </pc:spChg>
        <pc:spChg chg="add del mod">
          <ac:chgData name="Alexis MTC" userId="a16190d96cca1a59" providerId="LiveId" clId="{E5DD75F8-2736-4724-BCBD-FB28291E9303}" dt="2026-05-01T15:42:21.734" v="896"/>
          <ac:spMkLst>
            <pc:docMk/>
            <pc:sldMk cId="4263366780" sldId="2147483031"/>
            <ac:spMk id="19" creationId="{52727371-EA37-8935-5994-F5F6F3D985CC}"/>
          </ac:spMkLst>
        </pc:spChg>
        <pc:spChg chg="del">
          <ac:chgData name="Alexis MTC" userId="a16190d96cca1a59" providerId="LiveId" clId="{E5DD75F8-2736-4724-BCBD-FB28291E9303}" dt="2026-05-01T15:28:40.659" v="763" actId="478"/>
          <ac:spMkLst>
            <pc:docMk/>
            <pc:sldMk cId="4263366780" sldId="2147483031"/>
            <ac:spMk id="61" creationId="{E5E274A9-DFAB-9EAB-E44E-0070DBB6F2B0}"/>
          </ac:spMkLst>
        </pc:spChg>
        <pc:grpChg chg="del">
          <ac:chgData name="Alexis MTC" userId="a16190d96cca1a59" providerId="LiveId" clId="{E5DD75F8-2736-4724-BCBD-FB28291E9303}" dt="2026-05-01T15:28:40.659" v="763" actId="478"/>
          <ac:grpSpMkLst>
            <pc:docMk/>
            <pc:sldMk cId="4263366780" sldId="2147483031"/>
            <ac:grpSpMk id="53" creationId="{DD1A95B5-9984-4157-06A7-0A2C3760F90F}"/>
          </ac:grpSpMkLst>
        </pc:grpChg>
        <pc:grpChg chg="del">
          <ac:chgData name="Alexis MTC" userId="a16190d96cca1a59" providerId="LiveId" clId="{E5DD75F8-2736-4724-BCBD-FB28291E9303}" dt="2026-05-01T15:28:40.659" v="763" actId="478"/>
          <ac:grpSpMkLst>
            <pc:docMk/>
            <pc:sldMk cId="4263366780" sldId="2147483031"/>
            <ac:grpSpMk id="55" creationId="{909962F7-A5D0-7C0D-AD32-F0BD17B821A0}"/>
          </ac:grpSpMkLst>
        </pc:grpChg>
        <pc:picChg chg="add mod modCrop">
          <ac:chgData name="Alexis MTC" userId="a16190d96cca1a59" providerId="LiveId" clId="{E5DD75F8-2736-4724-BCBD-FB28291E9303}" dt="2026-05-01T15:33:09.727" v="829" actId="14100"/>
          <ac:picMkLst>
            <pc:docMk/>
            <pc:sldMk cId="4263366780" sldId="2147483031"/>
            <ac:picMk id="13" creationId="{678A3318-89A6-A31C-5079-02CD6606D228}"/>
          </ac:picMkLst>
        </pc:picChg>
        <pc:cxnChg chg="mod">
          <ac:chgData name="Alexis MTC" userId="a16190d96cca1a59" providerId="LiveId" clId="{E5DD75F8-2736-4724-BCBD-FB28291E9303}" dt="2026-05-01T15:29:57.718" v="791" actId="1037"/>
          <ac:cxnSpMkLst>
            <pc:docMk/>
            <pc:sldMk cId="4263366780" sldId="2147483031"/>
            <ac:cxnSpMk id="9" creationId="{546C2667-1C25-9131-3D19-D248008AEEBE}"/>
          </ac:cxnSpMkLst>
        </pc:cxnChg>
      </pc:sldChg>
      <pc:sldChg chg="addSp delSp modSp mod">
        <pc:chgData name="Alexis MTC" userId="a16190d96cca1a59" providerId="LiveId" clId="{E5DD75F8-2736-4724-BCBD-FB28291E9303}" dt="2026-05-01T16:00:09.078" v="1034" actId="113"/>
        <pc:sldMkLst>
          <pc:docMk/>
          <pc:sldMk cId="4263420238" sldId="2147483032"/>
        </pc:sldMkLst>
        <pc:spChg chg="mod">
          <ac:chgData name="Alexis MTC" userId="a16190d96cca1a59" providerId="LiveId" clId="{E5DD75F8-2736-4724-BCBD-FB28291E9303}" dt="2026-05-01T15:59:43.953" v="1030" actId="1076"/>
          <ac:spMkLst>
            <pc:docMk/>
            <pc:sldMk cId="4263420238" sldId="2147483032"/>
            <ac:spMk id="2" creationId="{C34A511F-B2B2-9380-8054-E9C1C5A0D93B}"/>
          </ac:spMkLst>
        </pc:spChg>
        <pc:spChg chg="mod">
          <ac:chgData name="Alexis MTC" userId="a16190d96cca1a59" providerId="LiveId" clId="{E5DD75F8-2736-4724-BCBD-FB28291E9303}" dt="2026-05-01T15:59:43.953" v="1030" actId="1076"/>
          <ac:spMkLst>
            <pc:docMk/>
            <pc:sldMk cId="4263420238" sldId="2147483032"/>
            <ac:spMk id="4" creationId="{13F601AD-4B80-B2AB-C8E2-61DDB4EFF372}"/>
          </ac:spMkLst>
        </pc:spChg>
        <pc:spChg chg="mod">
          <ac:chgData name="Alexis MTC" userId="a16190d96cca1a59" providerId="LiveId" clId="{E5DD75F8-2736-4724-BCBD-FB28291E9303}" dt="2026-05-01T15:58:03.706" v="1017"/>
          <ac:spMkLst>
            <pc:docMk/>
            <pc:sldMk cId="4263420238" sldId="2147483032"/>
            <ac:spMk id="8" creationId="{34B3E2B3-234E-80B3-A55F-F6F511E2411B}"/>
          </ac:spMkLst>
        </pc:spChg>
        <pc:spChg chg="mod">
          <ac:chgData name="Alexis MTC" userId="a16190d96cca1a59" providerId="LiveId" clId="{E5DD75F8-2736-4724-BCBD-FB28291E9303}" dt="2026-05-01T15:48:52.887" v="966" actId="20577"/>
          <ac:spMkLst>
            <pc:docMk/>
            <pc:sldMk cId="4263420238" sldId="2147483032"/>
            <ac:spMk id="9" creationId="{ED8864D3-9D17-1460-5505-13DC64092334}"/>
          </ac:spMkLst>
        </pc:spChg>
        <pc:spChg chg="del">
          <ac:chgData name="Alexis MTC" userId="a16190d96cca1a59" providerId="LiveId" clId="{E5DD75F8-2736-4724-BCBD-FB28291E9303}" dt="2026-05-01T15:47:05.593" v="912" actId="478"/>
          <ac:spMkLst>
            <pc:docMk/>
            <pc:sldMk cId="4263420238" sldId="2147483032"/>
            <ac:spMk id="10" creationId="{3086431F-2731-63B1-670B-DB5A7B3E3668}"/>
          </ac:spMkLst>
        </pc:spChg>
        <pc:spChg chg="mod">
          <ac:chgData name="Alexis MTC" userId="a16190d96cca1a59" providerId="LiveId" clId="{E5DD75F8-2736-4724-BCBD-FB28291E9303}" dt="2026-05-01T16:00:09.078" v="1034" actId="113"/>
          <ac:spMkLst>
            <pc:docMk/>
            <pc:sldMk cId="4263420238" sldId="2147483032"/>
            <ac:spMk id="13" creationId="{334166E3-4471-804F-8387-C61DE7777CB9}"/>
          </ac:spMkLst>
        </pc:spChg>
        <pc:spChg chg="del">
          <ac:chgData name="Alexis MTC" userId="a16190d96cca1a59" providerId="LiveId" clId="{E5DD75F8-2736-4724-BCBD-FB28291E9303}" dt="2026-05-01T15:47:05.593" v="912" actId="478"/>
          <ac:spMkLst>
            <pc:docMk/>
            <pc:sldMk cId="4263420238" sldId="2147483032"/>
            <ac:spMk id="15" creationId="{F7C38748-4617-94C3-F060-AAD76774B25B}"/>
          </ac:spMkLst>
        </pc:spChg>
        <pc:spChg chg="del">
          <ac:chgData name="Alexis MTC" userId="a16190d96cca1a59" providerId="LiveId" clId="{E5DD75F8-2736-4724-BCBD-FB28291E9303}" dt="2026-05-01T15:47:05.593" v="912" actId="478"/>
          <ac:spMkLst>
            <pc:docMk/>
            <pc:sldMk cId="4263420238" sldId="2147483032"/>
            <ac:spMk id="17" creationId="{70208551-3EFD-43C0-F9E3-F7C18EFDBAB4}"/>
          </ac:spMkLst>
        </pc:spChg>
        <pc:spChg chg="add mod">
          <ac:chgData name="Alexis MTC" userId="a16190d96cca1a59" providerId="LiveId" clId="{E5DD75F8-2736-4724-BCBD-FB28291E9303}" dt="2026-05-01T15:49:44.891" v="976" actId="1076"/>
          <ac:spMkLst>
            <pc:docMk/>
            <pc:sldMk cId="4263420238" sldId="2147483032"/>
            <ac:spMk id="19" creationId="{264CF998-906D-D633-6178-95C3447CF369}"/>
          </ac:spMkLst>
        </pc:spChg>
        <pc:spChg chg="add mod">
          <ac:chgData name="Alexis MTC" userId="a16190d96cca1a59" providerId="LiveId" clId="{E5DD75F8-2736-4724-BCBD-FB28291E9303}" dt="2026-05-01T15:51:07.635" v="988" actId="20577"/>
          <ac:spMkLst>
            <pc:docMk/>
            <pc:sldMk cId="4263420238" sldId="2147483032"/>
            <ac:spMk id="21" creationId="{D05AFBF6-8172-12D7-CE69-E3017CCA6462}"/>
          </ac:spMkLst>
        </pc:spChg>
        <pc:picChg chg="del">
          <ac:chgData name="Alexis MTC" userId="a16190d96cca1a59" providerId="LiveId" clId="{E5DD75F8-2736-4724-BCBD-FB28291E9303}" dt="2026-05-01T15:47:01.862" v="911" actId="478"/>
          <ac:picMkLst>
            <pc:docMk/>
            <pc:sldMk cId="4263420238" sldId="2147483032"/>
            <ac:picMk id="5" creationId="{15734373-A989-7FFC-1421-3C0CD11F2D01}"/>
          </ac:picMkLst>
        </pc:picChg>
        <pc:picChg chg="add mod modCrop">
          <ac:chgData name="Alexis MTC" userId="a16190d96cca1a59" providerId="LiveId" clId="{E5DD75F8-2736-4724-BCBD-FB28291E9303}" dt="2026-05-01T15:47:24.345" v="916" actId="732"/>
          <ac:picMkLst>
            <pc:docMk/>
            <pc:sldMk cId="4263420238" sldId="2147483032"/>
            <ac:picMk id="14" creationId="{F3FD9E7E-F470-AD3A-C4F1-C5D1A847DE95}"/>
          </ac:picMkLst>
        </pc:picChg>
        <pc:cxnChg chg="mod">
          <ac:chgData name="Alexis MTC" userId="a16190d96cca1a59" providerId="LiveId" clId="{E5DD75F8-2736-4724-BCBD-FB28291E9303}" dt="2026-05-01T15:59:43.953" v="1030" actId="1076"/>
          <ac:cxnSpMkLst>
            <pc:docMk/>
            <pc:sldMk cId="4263420238" sldId="2147483032"/>
            <ac:cxnSpMk id="11" creationId="{2C3C8509-D35B-A5D0-BB65-886A066B0986}"/>
          </ac:cxnSpMkLst>
        </pc:cxnChg>
        <pc:cxnChg chg="del">
          <ac:chgData name="Alexis MTC" userId="a16190d96cca1a59" providerId="LiveId" clId="{E5DD75F8-2736-4724-BCBD-FB28291E9303}" dt="2026-05-01T15:47:05.593" v="912" actId="478"/>
          <ac:cxnSpMkLst>
            <pc:docMk/>
            <pc:sldMk cId="4263420238" sldId="2147483032"/>
            <ac:cxnSpMk id="16" creationId="{FA53D178-000A-9491-2B36-2C3E66ECC2E0}"/>
          </ac:cxnSpMkLst>
        </pc:cxnChg>
      </pc:sldChg>
      <pc:sldChg chg="addSp delSp modSp mod">
        <pc:chgData name="Alexis MTC" userId="a16190d96cca1a59" providerId="LiveId" clId="{E5DD75F8-2736-4724-BCBD-FB28291E9303}" dt="2026-05-01T16:03:48.196" v="1035" actId="20577"/>
        <pc:sldMkLst>
          <pc:docMk/>
          <pc:sldMk cId="1118404295" sldId="2147483033"/>
        </pc:sldMkLst>
        <pc:spChg chg="add mod">
          <ac:chgData name="Alexis MTC" userId="a16190d96cca1a59" providerId="LiveId" clId="{E5DD75F8-2736-4724-BCBD-FB28291E9303}" dt="2026-05-01T15:31:42.948" v="811" actId="113"/>
          <ac:spMkLst>
            <pc:docMk/>
            <pc:sldMk cId="1118404295" sldId="2147483033"/>
            <ac:spMk id="5" creationId="{5086A3C1-06A3-87B9-B489-AF09F6F64FB4}"/>
          </ac:spMkLst>
        </pc:spChg>
        <pc:spChg chg="add mod">
          <ac:chgData name="Alexis MTC" userId="a16190d96cca1a59" providerId="LiveId" clId="{E5DD75F8-2736-4724-BCBD-FB28291E9303}" dt="2026-05-01T14:38:47.427" v="573" actId="20577"/>
          <ac:spMkLst>
            <pc:docMk/>
            <pc:sldMk cId="1118404295" sldId="2147483033"/>
            <ac:spMk id="8" creationId="{DBC0FA6D-ED75-3280-3A8F-C213C0A3E334}"/>
          </ac:spMkLst>
        </pc:spChg>
        <pc:spChg chg="mod">
          <ac:chgData name="Alexis MTC" userId="a16190d96cca1a59" providerId="LiveId" clId="{E5DD75F8-2736-4724-BCBD-FB28291E9303}" dt="2026-05-01T14:25:08.114" v="522" actId="20577"/>
          <ac:spMkLst>
            <pc:docMk/>
            <pc:sldMk cId="1118404295" sldId="2147483033"/>
            <ac:spMk id="14" creationId="{9BB63179-05E4-1566-A8AD-732D3DFA8F47}"/>
          </ac:spMkLst>
        </pc:spChg>
        <pc:spChg chg="mod">
          <ac:chgData name="Alexis MTC" userId="a16190d96cca1a59" providerId="LiveId" clId="{E5DD75F8-2736-4724-BCBD-FB28291E9303}" dt="2026-05-01T14:40:20.922" v="576"/>
          <ac:spMkLst>
            <pc:docMk/>
            <pc:sldMk cId="1118404295" sldId="2147483033"/>
            <ac:spMk id="15" creationId="{C3F88186-613D-CEE8-38D7-6A9084EDA45B}"/>
          </ac:spMkLst>
        </pc:spChg>
        <pc:spChg chg="mod">
          <ac:chgData name="Alexis MTC" userId="a16190d96cca1a59" providerId="LiveId" clId="{E5DD75F8-2736-4724-BCBD-FB28291E9303}" dt="2026-05-01T14:30:14.336" v="546" actId="1076"/>
          <ac:spMkLst>
            <pc:docMk/>
            <pc:sldMk cId="1118404295" sldId="2147483033"/>
            <ac:spMk id="50" creationId="{56657C63-7081-D5C9-77A2-5AF7DC126428}"/>
          </ac:spMkLst>
        </pc:spChg>
        <pc:spChg chg="mod">
          <ac:chgData name="Alexis MTC" userId="a16190d96cca1a59" providerId="LiveId" clId="{E5DD75F8-2736-4724-BCBD-FB28291E9303}" dt="2026-05-01T16:03:48.196" v="1035" actId="20577"/>
          <ac:spMkLst>
            <pc:docMk/>
            <pc:sldMk cId="1118404295" sldId="2147483033"/>
            <ac:spMk id="53" creationId="{13EAF502-1466-9B31-FA67-E019607BA747}"/>
          </ac:spMkLst>
        </pc:spChg>
        <pc:spChg chg="mod">
          <ac:chgData name="Alexis MTC" userId="a16190d96cca1a59" providerId="LiveId" clId="{E5DD75F8-2736-4724-BCBD-FB28291E9303}" dt="2026-05-01T14:39:15.384" v="575" actId="14100"/>
          <ac:spMkLst>
            <pc:docMk/>
            <pc:sldMk cId="1118404295" sldId="2147483033"/>
            <ac:spMk id="62" creationId="{6B5A08A3-02BD-A3D3-97C1-61659C51A2A1}"/>
          </ac:spMkLst>
        </pc:spChg>
        <pc:picChg chg="add mod modCrop">
          <ac:chgData name="Alexis MTC" userId="a16190d96cca1a59" providerId="LiveId" clId="{E5DD75F8-2736-4724-BCBD-FB28291E9303}" dt="2026-05-01T14:38:20.031" v="565" actId="732"/>
          <ac:picMkLst>
            <pc:docMk/>
            <pc:sldMk cId="1118404295" sldId="2147483033"/>
            <ac:picMk id="3" creationId="{35F4119E-B706-9F99-EFCE-E844C1FF7125}"/>
          </ac:picMkLst>
        </pc:picChg>
        <pc:picChg chg="del">
          <ac:chgData name="Alexis MTC" userId="a16190d96cca1a59" providerId="LiveId" clId="{E5DD75F8-2736-4724-BCBD-FB28291E9303}" dt="2026-05-01T14:11:55.679" v="492" actId="478"/>
          <ac:picMkLst>
            <pc:docMk/>
            <pc:sldMk cId="1118404295" sldId="2147483033"/>
            <ac:picMk id="1028" creationId="{6A4FDCEA-7561-3E22-4E94-AD4754ECC036}"/>
          </ac:picMkLst>
        </pc:picChg>
        <pc:cxnChg chg="mod">
          <ac:chgData name="Alexis MTC" userId="a16190d96cca1a59" providerId="LiveId" clId="{E5DD75F8-2736-4724-BCBD-FB28291E9303}" dt="2026-05-01T14:30:14.336" v="546" actId="1076"/>
          <ac:cxnSpMkLst>
            <pc:docMk/>
            <pc:sldMk cId="1118404295" sldId="2147483033"/>
            <ac:cxnSpMk id="51" creationId="{BB9B105F-7D85-9018-ED48-D20C0F704FC2}"/>
          </ac:cxnSpMkLst>
        </pc:cxnChg>
      </pc:sldChg>
      <pc:sldChg chg="addSp delSp modSp mod">
        <pc:chgData name="Alexis MTC" userId="a16190d96cca1a59" providerId="LiveId" clId="{E5DD75F8-2736-4724-BCBD-FB28291E9303}" dt="2026-05-01T18:18:30.108" v="1906" actId="207"/>
        <pc:sldMkLst>
          <pc:docMk/>
          <pc:sldMk cId="3537116690" sldId="2147483034"/>
        </pc:sldMkLst>
        <pc:spChg chg="add del">
          <ac:chgData name="Alexis MTC" userId="a16190d96cca1a59" providerId="LiveId" clId="{E5DD75F8-2736-4724-BCBD-FB28291E9303}" dt="2026-05-01T12:57:07.432" v="166" actId="478"/>
          <ac:spMkLst>
            <pc:docMk/>
            <pc:sldMk cId="3537116690" sldId="2147483034"/>
            <ac:spMk id="2" creationId="{C3CAA185-E290-E69F-044E-5EF243CA5E9F}"/>
          </ac:spMkLst>
        </pc:spChg>
        <pc:spChg chg="add del">
          <ac:chgData name="Alexis MTC" userId="a16190d96cca1a59" providerId="LiveId" clId="{E5DD75F8-2736-4724-BCBD-FB28291E9303}" dt="2026-05-01T12:57:07.432" v="166" actId="478"/>
          <ac:spMkLst>
            <pc:docMk/>
            <pc:sldMk cId="3537116690" sldId="2147483034"/>
            <ac:spMk id="3" creationId="{41DAC813-C649-F635-8AFC-347E5C27C0EE}"/>
          </ac:spMkLst>
        </pc:spChg>
        <pc:spChg chg="add del">
          <ac:chgData name="Alexis MTC" userId="a16190d96cca1a59" providerId="LiveId" clId="{E5DD75F8-2736-4724-BCBD-FB28291E9303}" dt="2026-05-01T12:57:07.432" v="166" actId="478"/>
          <ac:spMkLst>
            <pc:docMk/>
            <pc:sldMk cId="3537116690" sldId="2147483034"/>
            <ac:spMk id="5" creationId="{71B393AB-5125-F803-3403-D45FA2A9F9CC}"/>
          </ac:spMkLst>
        </pc:spChg>
        <pc:spChg chg="mod">
          <ac:chgData name="Alexis MTC" userId="a16190d96cca1a59" providerId="LiveId" clId="{E5DD75F8-2736-4724-BCBD-FB28291E9303}" dt="2026-05-01T12:55:26.228" v="160"/>
          <ac:spMkLst>
            <pc:docMk/>
            <pc:sldMk cId="3537116690" sldId="2147483034"/>
            <ac:spMk id="12" creationId="{C983BAD3-452C-48DE-1869-9A08F8ACC37E}"/>
          </ac:spMkLst>
        </pc:spChg>
        <pc:spChg chg="mod">
          <ac:chgData name="Alexis MTC" userId="a16190d96cca1a59" providerId="LiveId" clId="{E5DD75F8-2736-4724-BCBD-FB28291E9303}" dt="2026-05-01T12:55:26.228" v="160"/>
          <ac:spMkLst>
            <pc:docMk/>
            <pc:sldMk cId="3537116690" sldId="2147483034"/>
            <ac:spMk id="15" creationId="{6BB95E0C-A619-44B7-2990-44DE62D58E43}"/>
          </ac:spMkLst>
        </pc:spChg>
        <pc:spChg chg="mod">
          <ac:chgData name="Alexis MTC" userId="a16190d96cca1a59" providerId="LiveId" clId="{E5DD75F8-2736-4724-BCBD-FB28291E9303}" dt="2026-05-01T13:13:27.548" v="228"/>
          <ac:spMkLst>
            <pc:docMk/>
            <pc:sldMk cId="3537116690" sldId="2147483034"/>
            <ac:spMk id="16" creationId="{FC7EC827-5CB8-B1DB-3C37-D1FD50124015}"/>
          </ac:spMkLst>
        </pc:spChg>
        <pc:spChg chg="add del">
          <ac:chgData name="Alexis MTC" userId="a16190d96cca1a59" providerId="LiveId" clId="{E5DD75F8-2736-4724-BCBD-FB28291E9303}" dt="2026-05-01T12:57:07.432" v="166" actId="478"/>
          <ac:spMkLst>
            <pc:docMk/>
            <pc:sldMk cId="3537116690" sldId="2147483034"/>
            <ac:spMk id="19" creationId="{99E6FA60-B3EA-5F35-043B-71C129289AC9}"/>
          </ac:spMkLst>
        </pc:spChg>
        <pc:spChg chg="add del">
          <ac:chgData name="Alexis MTC" userId="a16190d96cca1a59" providerId="LiveId" clId="{E5DD75F8-2736-4724-BCBD-FB28291E9303}" dt="2026-05-01T12:57:07.432" v="166" actId="478"/>
          <ac:spMkLst>
            <pc:docMk/>
            <pc:sldMk cId="3537116690" sldId="2147483034"/>
            <ac:spMk id="21" creationId="{A2A32C68-5980-73C1-5CAF-4593783395D4}"/>
          </ac:spMkLst>
        </pc:spChg>
        <pc:spChg chg="del mod">
          <ac:chgData name="Alexis MTC" userId="a16190d96cca1a59" providerId="LiveId" clId="{E5DD75F8-2736-4724-BCBD-FB28291E9303}" dt="2026-05-01T12:57:07.432" v="166" actId="478"/>
          <ac:spMkLst>
            <pc:docMk/>
            <pc:sldMk cId="3537116690" sldId="2147483034"/>
            <ac:spMk id="38" creationId="{E2D0FF3A-F808-48B7-5F9B-85353AC7A929}"/>
          </ac:spMkLst>
        </pc:spChg>
        <pc:spChg chg="del mod">
          <ac:chgData name="Alexis MTC" userId="a16190d96cca1a59" providerId="LiveId" clId="{E5DD75F8-2736-4724-BCBD-FB28291E9303}" dt="2026-05-01T12:57:07.432" v="166" actId="478"/>
          <ac:spMkLst>
            <pc:docMk/>
            <pc:sldMk cId="3537116690" sldId="2147483034"/>
            <ac:spMk id="39" creationId="{3BD40C93-0FDF-425C-CDE6-3DB06C67AF1E}"/>
          </ac:spMkLst>
        </pc:spChg>
        <pc:spChg chg="del mod">
          <ac:chgData name="Alexis MTC" userId="a16190d96cca1a59" providerId="LiveId" clId="{E5DD75F8-2736-4724-BCBD-FB28291E9303}" dt="2026-05-01T12:57:07.432" v="166" actId="478"/>
          <ac:spMkLst>
            <pc:docMk/>
            <pc:sldMk cId="3537116690" sldId="2147483034"/>
            <ac:spMk id="40" creationId="{93DB5014-9FBA-D292-DE4C-7D2BDF238296}"/>
          </ac:spMkLst>
        </pc:spChg>
        <pc:spChg chg="mod">
          <ac:chgData name="Alexis MTC" userId="a16190d96cca1a59" providerId="LiveId" clId="{E5DD75F8-2736-4724-BCBD-FB28291E9303}" dt="2026-05-01T12:55:57.112" v="162" actId="14100"/>
          <ac:spMkLst>
            <pc:docMk/>
            <pc:sldMk cId="3537116690" sldId="2147483034"/>
            <ac:spMk id="41" creationId="{E7227B4D-DC9D-8688-6055-FC2EB7E4AEE9}"/>
          </ac:spMkLst>
        </pc:spChg>
        <pc:spChg chg="del mod">
          <ac:chgData name="Alexis MTC" userId="a16190d96cca1a59" providerId="LiveId" clId="{E5DD75F8-2736-4724-BCBD-FB28291E9303}" dt="2026-05-01T12:57:07.432" v="166" actId="478"/>
          <ac:spMkLst>
            <pc:docMk/>
            <pc:sldMk cId="3537116690" sldId="2147483034"/>
            <ac:spMk id="42" creationId="{FE6F4DA6-106C-F711-5F46-680A11DE5FCB}"/>
          </ac:spMkLst>
        </pc:spChg>
        <pc:spChg chg="del mod">
          <ac:chgData name="Alexis MTC" userId="a16190d96cca1a59" providerId="LiveId" clId="{E5DD75F8-2736-4724-BCBD-FB28291E9303}" dt="2026-05-01T12:57:07.432" v="166" actId="478"/>
          <ac:spMkLst>
            <pc:docMk/>
            <pc:sldMk cId="3537116690" sldId="2147483034"/>
            <ac:spMk id="43" creationId="{7827C608-A117-109C-9782-6AF0BD2D0254}"/>
          </ac:spMkLst>
        </pc:spChg>
        <pc:spChg chg="mod">
          <ac:chgData name="Alexis MTC" userId="a16190d96cca1a59" providerId="LiveId" clId="{E5DD75F8-2736-4724-BCBD-FB28291E9303}" dt="2026-05-01T13:19:17.262" v="332" actId="20577"/>
          <ac:spMkLst>
            <pc:docMk/>
            <pc:sldMk cId="3537116690" sldId="2147483034"/>
            <ac:spMk id="44" creationId="{62939B41-80EE-4833-0BE1-AD40045D49BD}"/>
          </ac:spMkLst>
        </pc:spChg>
        <pc:spChg chg="mod">
          <ac:chgData name="Alexis MTC" userId="a16190d96cca1a59" providerId="LiveId" clId="{E5DD75F8-2736-4724-BCBD-FB28291E9303}" dt="2026-05-01T12:55:26.228" v="160"/>
          <ac:spMkLst>
            <pc:docMk/>
            <pc:sldMk cId="3537116690" sldId="2147483034"/>
            <ac:spMk id="48" creationId="{0F716181-680C-63D2-E1D1-60BABEE75F09}"/>
          </ac:spMkLst>
        </pc:spChg>
        <pc:spChg chg="mod">
          <ac:chgData name="Alexis MTC" userId="a16190d96cca1a59" providerId="LiveId" clId="{E5DD75F8-2736-4724-BCBD-FB28291E9303}" dt="2026-05-01T12:55:26.228" v="160"/>
          <ac:spMkLst>
            <pc:docMk/>
            <pc:sldMk cId="3537116690" sldId="2147483034"/>
            <ac:spMk id="49" creationId="{E38F5232-C5EB-2B86-9061-72C9B76DACC1}"/>
          </ac:spMkLst>
        </pc:spChg>
        <pc:spChg chg="mod">
          <ac:chgData name="Alexis MTC" userId="a16190d96cca1a59" providerId="LiveId" clId="{E5DD75F8-2736-4724-BCBD-FB28291E9303}" dt="2026-05-01T12:55:26.228" v="160"/>
          <ac:spMkLst>
            <pc:docMk/>
            <pc:sldMk cId="3537116690" sldId="2147483034"/>
            <ac:spMk id="51" creationId="{0E5FA263-8D44-0862-5A79-0F401C349D03}"/>
          </ac:spMkLst>
        </pc:spChg>
        <pc:spChg chg="mod">
          <ac:chgData name="Alexis MTC" userId="a16190d96cca1a59" providerId="LiveId" clId="{E5DD75F8-2736-4724-BCBD-FB28291E9303}" dt="2026-05-01T12:55:26.228" v="160"/>
          <ac:spMkLst>
            <pc:docMk/>
            <pc:sldMk cId="3537116690" sldId="2147483034"/>
            <ac:spMk id="52" creationId="{0C3EB5AD-C35B-192F-600E-13B452166CE9}"/>
          </ac:spMkLst>
        </pc:spChg>
        <pc:spChg chg="mod">
          <ac:chgData name="Alexis MTC" userId="a16190d96cca1a59" providerId="LiveId" clId="{E5DD75F8-2736-4724-BCBD-FB28291E9303}" dt="2026-05-01T12:55:26.228" v="160"/>
          <ac:spMkLst>
            <pc:docMk/>
            <pc:sldMk cId="3537116690" sldId="2147483034"/>
            <ac:spMk id="57" creationId="{A87A1C4D-C703-6CDF-AD3B-CAB8042B04F4}"/>
          </ac:spMkLst>
        </pc:spChg>
        <pc:spChg chg="mod">
          <ac:chgData name="Alexis MTC" userId="a16190d96cca1a59" providerId="LiveId" clId="{E5DD75F8-2736-4724-BCBD-FB28291E9303}" dt="2026-05-01T12:55:26.228" v="160"/>
          <ac:spMkLst>
            <pc:docMk/>
            <pc:sldMk cId="3537116690" sldId="2147483034"/>
            <ac:spMk id="60" creationId="{F39D15C9-E640-8B51-DC29-2B1382D6AB4D}"/>
          </ac:spMkLst>
        </pc:spChg>
        <pc:spChg chg="add mod">
          <ac:chgData name="Alexis MTC" userId="a16190d96cca1a59" providerId="LiveId" clId="{E5DD75F8-2736-4724-BCBD-FB28291E9303}" dt="2026-05-01T12:55:26.228" v="160"/>
          <ac:spMkLst>
            <pc:docMk/>
            <pc:sldMk cId="3537116690" sldId="2147483034"/>
            <ac:spMk id="67" creationId="{8AB8973A-C248-FFEC-ADAD-407D8C391634}"/>
          </ac:spMkLst>
        </pc:spChg>
        <pc:spChg chg="add mod">
          <ac:chgData name="Alexis MTC" userId="a16190d96cca1a59" providerId="LiveId" clId="{E5DD75F8-2736-4724-BCBD-FB28291E9303}" dt="2026-05-01T12:55:26.228" v="160"/>
          <ac:spMkLst>
            <pc:docMk/>
            <pc:sldMk cId="3537116690" sldId="2147483034"/>
            <ac:spMk id="68" creationId="{7BC43118-30B9-5210-B807-AFD40734C2B6}"/>
          </ac:spMkLst>
        </pc:spChg>
        <pc:spChg chg="mod">
          <ac:chgData name="Alexis MTC" userId="a16190d96cca1a59" providerId="LiveId" clId="{E5DD75F8-2736-4724-BCBD-FB28291E9303}" dt="2026-05-01T12:56:13.296" v="163"/>
          <ac:spMkLst>
            <pc:docMk/>
            <pc:sldMk cId="3537116690" sldId="2147483034"/>
            <ac:spMk id="78" creationId="{33B8254A-9AD7-9F7F-B73F-034FD9906A2C}"/>
          </ac:spMkLst>
        </pc:spChg>
        <pc:spChg chg="mod">
          <ac:chgData name="Alexis MTC" userId="a16190d96cca1a59" providerId="LiveId" clId="{E5DD75F8-2736-4724-BCBD-FB28291E9303}" dt="2026-05-01T12:56:13.296" v="163"/>
          <ac:spMkLst>
            <pc:docMk/>
            <pc:sldMk cId="3537116690" sldId="2147483034"/>
            <ac:spMk id="80" creationId="{E7E576A6-3F57-411D-C952-C490FBC7998E}"/>
          </ac:spMkLst>
        </pc:spChg>
        <pc:spChg chg="mod">
          <ac:chgData name="Alexis MTC" userId="a16190d96cca1a59" providerId="LiveId" clId="{E5DD75F8-2736-4724-BCBD-FB28291E9303}" dt="2026-05-01T12:56:13.296" v="163"/>
          <ac:spMkLst>
            <pc:docMk/>
            <pc:sldMk cId="3537116690" sldId="2147483034"/>
            <ac:spMk id="84" creationId="{B77F0173-A6B2-517B-0902-148D9AE408A2}"/>
          </ac:spMkLst>
        </pc:spChg>
        <pc:spChg chg="mod">
          <ac:chgData name="Alexis MTC" userId="a16190d96cca1a59" providerId="LiveId" clId="{E5DD75F8-2736-4724-BCBD-FB28291E9303}" dt="2026-05-01T12:56:13.296" v="163"/>
          <ac:spMkLst>
            <pc:docMk/>
            <pc:sldMk cId="3537116690" sldId="2147483034"/>
            <ac:spMk id="85" creationId="{6883FA8A-9E49-168B-04E0-F4E7217C9115}"/>
          </ac:spMkLst>
        </pc:spChg>
        <pc:spChg chg="mod">
          <ac:chgData name="Alexis MTC" userId="a16190d96cca1a59" providerId="LiveId" clId="{E5DD75F8-2736-4724-BCBD-FB28291E9303}" dt="2026-05-01T12:56:13.296" v="163"/>
          <ac:spMkLst>
            <pc:docMk/>
            <pc:sldMk cId="3537116690" sldId="2147483034"/>
            <ac:spMk id="86" creationId="{F324D5E5-FE1B-74D3-416E-01074FB23AAC}"/>
          </ac:spMkLst>
        </pc:spChg>
        <pc:spChg chg="mod">
          <ac:chgData name="Alexis MTC" userId="a16190d96cca1a59" providerId="LiveId" clId="{E5DD75F8-2736-4724-BCBD-FB28291E9303}" dt="2026-05-01T12:56:13.296" v="163"/>
          <ac:spMkLst>
            <pc:docMk/>
            <pc:sldMk cId="3537116690" sldId="2147483034"/>
            <ac:spMk id="88" creationId="{2F0920B5-E4BC-04EB-E4CC-82FC88678D28}"/>
          </ac:spMkLst>
        </pc:spChg>
        <pc:spChg chg="mod">
          <ac:chgData name="Alexis MTC" userId="a16190d96cca1a59" providerId="LiveId" clId="{E5DD75F8-2736-4724-BCBD-FB28291E9303}" dt="2026-05-01T12:56:13.296" v="163"/>
          <ac:spMkLst>
            <pc:docMk/>
            <pc:sldMk cId="3537116690" sldId="2147483034"/>
            <ac:spMk id="90" creationId="{6446E3A3-099F-F211-AAEF-3AB87ED7F4B6}"/>
          </ac:spMkLst>
        </pc:spChg>
        <pc:spChg chg="mod">
          <ac:chgData name="Alexis MTC" userId="a16190d96cca1a59" providerId="LiveId" clId="{E5DD75F8-2736-4724-BCBD-FB28291E9303}" dt="2026-05-01T12:56:13.296" v="163"/>
          <ac:spMkLst>
            <pc:docMk/>
            <pc:sldMk cId="3537116690" sldId="2147483034"/>
            <ac:spMk id="91" creationId="{E2F5F14D-C027-16AC-26BF-93BA389AE3F9}"/>
          </ac:spMkLst>
        </pc:spChg>
        <pc:spChg chg="add mod">
          <ac:chgData name="Alexis MTC" userId="a16190d96cca1a59" providerId="LiveId" clId="{E5DD75F8-2736-4724-BCBD-FB28291E9303}" dt="2026-05-01T12:56:13.296" v="163"/>
          <ac:spMkLst>
            <pc:docMk/>
            <pc:sldMk cId="3537116690" sldId="2147483034"/>
            <ac:spMk id="96" creationId="{02E12EF2-4A08-F28D-9A50-767F30DE50AC}"/>
          </ac:spMkLst>
        </pc:spChg>
        <pc:spChg chg="add mod">
          <ac:chgData name="Alexis MTC" userId="a16190d96cca1a59" providerId="LiveId" clId="{E5DD75F8-2736-4724-BCBD-FB28291E9303}" dt="2026-05-01T12:56:13.296" v="163"/>
          <ac:spMkLst>
            <pc:docMk/>
            <pc:sldMk cId="3537116690" sldId="2147483034"/>
            <ac:spMk id="99" creationId="{E013A70F-9312-57CC-1D61-703DE4B5766B}"/>
          </ac:spMkLst>
        </pc:spChg>
        <pc:spChg chg="mod">
          <ac:chgData name="Alexis MTC" userId="a16190d96cca1a59" providerId="LiveId" clId="{E5DD75F8-2736-4724-BCBD-FB28291E9303}" dt="2026-05-01T12:57:49.949" v="169"/>
          <ac:spMkLst>
            <pc:docMk/>
            <pc:sldMk cId="3537116690" sldId="2147483034"/>
            <ac:spMk id="106" creationId="{C7C22410-30D6-DCE9-951D-E93A4EF88473}"/>
          </ac:spMkLst>
        </pc:spChg>
        <pc:spChg chg="mod">
          <ac:chgData name="Alexis MTC" userId="a16190d96cca1a59" providerId="LiveId" clId="{E5DD75F8-2736-4724-BCBD-FB28291E9303}" dt="2026-05-01T18:18:30.108" v="1906" actId="207"/>
          <ac:spMkLst>
            <pc:docMk/>
            <pc:sldMk cId="3537116690" sldId="2147483034"/>
            <ac:spMk id="107" creationId="{B0E839A1-F06E-4FF9-F1EF-F3F0197E578C}"/>
          </ac:spMkLst>
        </pc:spChg>
        <pc:spChg chg="mod">
          <ac:chgData name="Alexis MTC" userId="a16190d96cca1a59" providerId="LiveId" clId="{E5DD75F8-2736-4724-BCBD-FB28291E9303}" dt="2026-05-01T12:57:49.949" v="169"/>
          <ac:spMkLst>
            <pc:docMk/>
            <pc:sldMk cId="3537116690" sldId="2147483034"/>
            <ac:spMk id="108" creationId="{E91065A8-C3EA-830F-246F-1FD9B01F3173}"/>
          </ac:spMkLst>
        </pc:spChg>
        <pc:spChg chg="mod">
          <ac:chgData name="Alexis MTC" userId="a16190d96cca1a59" providerId="LiveId" clId="{E5DD75F8-2736-4724-BCBD-FB28291E9303}" dt="2026-05-01T18:18:17.744" v="1904" actId="207"/>
          <ac:spMkLst>
            <pc:docMk/>
            <pc:sldMk cId="3537116690" sldId="2147483034"/>
            <ac:spMk id="109" creationId="{BDE1BB58-0648-E701-A8D8-A85693F9B18E}"/>
          </ac:spMkLst>
        </pc:spChg>
        <pc:spChg chg="mod">
          <ac:chgData name="Alexis MTC" userId="a16190d96cca1a59" providerId="LiveId" clId="{E5DD75F8-2736-4724-BCBD-FB28291E9303}" dt="2026-05-01T12:57:49.949" v="169"/>
          <ac:spMkLst>
            <pc:docMk/>
            <pc:sldMk cId="3537116690" sldId="2147483034"/>
            <ac:spMk id="110" creationId="{A39113B8-80E0-DAAB-0630-874234E0705B}"/>
          </ac:spMkLst>
        </pc:spChg>
        <pc:spChg chg="mod">
          <ac:chgData name="Alexis MTC" userId="a16190d96cca1a59" providerId="LiveId" clId="{E5DD75F8-2736-4724-BCBD-FB28291E9303}" dt="2026-05-01T18:18:23.428" v="1905" actId="207"/>
          <ac:spMkLst>
            <pc:docMk/>
            <pc:sldMk cId="3537116690" sldId="2147483034"/>
            <ac:spMk id="111" creationId="{263AA6E8-C521-37B5-F6ED-AAA013DE1D6E}"/>
          </ac:spMkLst>
        </pc:spChg>
        <pc:spChg chg="mod">
          <ac:chgData name="Alexis MTC" userId="a16190d96cca1a59" providerId="LiveId" clId="{E5DD75F8-2736-4724-BCBD-FB28291E9303}" dt="2026-05-01T12:57:49.949" v="169"/>
          <ac:spMkLst>
            <pc:docMk/>
            <pc:sldMk cId="3537116690" sldId="2147483034"/>
            <ac:spMk id="112" creationId="{9051F56F-A1DC-0873-CC41-E27F0739F192}"/>
          </ac:spMkLst>
        </pc:spChg>
        <pc:spChg chg="mod">
          <ac:chgData name="Alexis MTC" userId="a16190d96cca1a59" providerId="LiveId" clId="{E5DD75F8-2736-4724-BCBD-FB28291E9303}" dt="2026-05-01T12:57:49.949" v="169"/>
          <ac:spMkLst>
            <pc:docMk/>
            <pc:sldMk cId="3537116690" sldId="2147483034"/>
            <ac:spMk id="115" creationId="{10FAB9DD-FC1E-72F4-5A91-3BD644130AD6}"/>
          </ac:spMkLst>
        </pc:spChg>
        <pc:spChg chg="mod">
          <ac:chgData name="Alexis MTC" userId="a16190d96cca1a59" providerId="LiveId" clId="{E5DD75F8-2736-4724-BCBD-FB28291E9303}" dt="2026-05-01T12:57:49.949" v="169"/>
          <ac:spMkLst>
            <pc:docMk/>
            <pc:sldMk cId="3537116690" sldId="2147483034"/>
            <ac:spMk id="117" creationId="{14EE2B5C-8FFD-0FEA-DA7E-A0B7548EEB42}"/>
          </ac:spMkLst>
        </pc:spChg>
        <pc:spChg chg="mod">
          <ac:chgData name="Alexis MTC" userId="a16190d96cca1a59" providerId="LiveId" clId="{E5DD75F8-2736-4724-BCBD-FB28291E9303}" dt="2026-05-01T12:57:49.949" v="169"/>
          <ac:spMkLst>
            <pc:docMk/>
            <pc:sldMk cId="3537116690" sldId="2147483034"/>
            <ac:spMk id="118" creationId="{B5159EC1-5CAF-D0E4-C491-F221D181C00D}"/>
          </ac:spMkLst>
        </pc:spChg>
        <pc:spChg chg="mod">
          <ac:chgData name="Alexis MTC" userId="a16190d96cca1a59" providerId="LiveId" clId="{E5DD75F8-2736-4724-BCBD-FB28291E9303}" dt="2026-05-01T13:19:07.227" v="331" actId="20577"/>
          <ac:spMkLst>
            <pc:docMk/>
            <pc:sldMk cId="3537116690" sldId="2147483034"/>
            <ac:spMk id="126" creationId="{3D715FFD-3DCB-0140-786F-EC40944C0D80}"/>
          </ac:spMkLst>
        </pc:spChg>
        <pc:spChg chg="mod">
          <ac:chgData name="Alexis MTC" userId="a16190d96cca1a59" providerId="LiveId" clId="{E5DD75F8-2736-4724-BCBD-FB28291E9303}" dt="2026-05-01T13:14:13.038" v="303" actId="20577"/>
          <ac:spMkLst>
            <pc:docMk/>
            <pc:sldMk cId="3537116690" sldId="2147483034"/>
            <ac:spMk id="127" creationId="{A5C0C235-BA25-70B3-4083-12E741FADD5D}"/>
          </ac:spMkLst>
        </pc:spChg>
        <pc:spChg chg="mod">
          <ac:chgData name="Alexis MTC" userId="a16190d96cca1a59" providerId="LiveId" clId="{E5DD75F8-2736-4724-BCBD-FB28291E9303}" dt="2026-05-01T18:17:58.187" v="1902" actId="207"/>
          <ac:spMkLst>
            <pc:docMk/>
            <pc:sldMk cId="3537116690" sldId="2147483034"/>
            <ac:spMk id="128" creationId="{462CE64A-C985-11FC-A09E-805ECFFCEC13}"/>
          </ac:spMkLst>
        </pc:spChg>
        <pc:spChg chg="mod">
          <ac:chgData name="Alexis MTC" userId="a16190d96cca1a59" providerId="LiveId" clId="{E5DD75F8-2736-4724-BCBD-FB28291E9303}" dt="2026-05-01T13:15:09.731" v="319"/>
          <ac:spMkLst>
            <pc:docMk/>
            <pc:sldMk cId="3537116690" sldId="2147483034"/>
            <ac:spMk id="129" creationId="{E14ABF04-25CB-C246-BD67-30FE6C89B672}"/>
          </ac:spMkLst>
        </pc:spChg>
        <pc:spChg chg="mod">
          <ac:chgData name="Alexis MTC" userId="a16190d96cca1a59" providerId="LiveId" clId="{E5DD75F8-2736-4724-BCBD-FB28291E9303}" dt="2026-05-01T13:20:56.874" v="360" actId="20577"/>
          <ac:spMkLst>
            <pc:docMk/>
            <pc:sldMk cId="3537116690" sldId="2147483034"/>
            <ac:spMk id="130" creationId="{3CFB2401-7A35-83C7-4975-B2C5268D2F5F}"/>
          </ac:spMkLst>
        </pc:spChg>
        <pc:spChg chg="add mod">
          <ac:chgData name="Alexis MTC" userId="a16190d96cca1a59" providerId="LiveId" clId="{E5DD75F8-2736-4724-BCBD-FB28291E9303}" dt="2026-05-01T13:09:19.905" v="188" actId="20577"/>
          <ac:spMkLst>
            <pc:docMk/>
            <pc:sldMk cId="3537116690" sldId="2147483034"/>
            <ac:spMk id="131" creationId="{F1CF8CC5-6941-3685-4B12-60B68CE7039A}"/>
          </ac:spMkLst>
        </pc:spChg>
        <pc:spChg chg="add mod">
          <ac:chgData name="Alexis MTC" userId="a16190d96cca1a59" providerId="LiveId" clId="{E5DD75F8-2736-4724-BCBD-FB28291E9303}" dt="2026-05-01T13:21:42.420" v="366" actId="14100"/>
          <ac:spMkLst>
            <pc:docMk/>
            <pc:sldMk cId="3537116690" sldId="2147483034"/>
            <ac:spMk id="135" creationId="{AE074188-6A95-8924-BC1E-820FC2D986DF}"/>
          </ac:spMkLst>
        </pc:spChg>
        <pc:picChg chg="mod">
          <ac:chgData name="Alexis MTC" userId="a16190d96cca1a59" providerId="LiveId" clId="{E5DD75F8-2736-4724-BCBD-FB28291E9303}" dt="2026-05-01T12:55:57.112" v="162" actId="14100"/>
          <ac:picMkLst>
            <pc:docMk/>
            <pc:sldMk cId="3537116690" sldId="2147483034"/>
            <ac:picMk id="35" creationId="{AEE6C57C-966C-937B-19AB-EB1A35D1C91D}"/>
          </ac:picMkLst>
        </pc:picChg>
        <pc:picChg chg="mod">
          <ac:chgData name="Alexis MTC" userId="a16190d96cca1a59" providerId="LiveId" clId="{E5DD75F8-2736-4724-BCBD-FB28291E9303}" dt="2026-05-01T12:55:57.112" v="162" actId="14100"/>
          <ac:picMkLst>
            <pc:docMk/>
            <pc:sldMk cId="3537116690" sldId="2147483034"/>
            <ac:picMk id="36" creationId="{2E7B39AE-5DF6-2C5E-B4BA-DAB4A995053D}"/>
          </ac:picMkLst>
        </pc:picChg>
        <pc:picChg chg="mod">
          <ac:chgData name="Alexis MTC" userId="a16190d96cca1a59" providerId="LiveId" clId="{E5DD75F8-2736-4724-BCBD-FB28291E9303}" dt="2026-05-01T12:55:57.112" v="162" actId="14100"/>
          <ac:picMkLst>
            <pc:docMk/>
            <pc:sldMk cId="3537116690" sldId="2147483034"/>
            <ac:picMk id="37" creationId="{BDF896BC-2082-8FA7-C4C9-341FA179FC7A}"/>
          </ac:picMkLst>
        </pc:picChg>
        <pc:picChg chg="mod">
          <ac:chgData name="Alexis MTC" userId="a16190d96cca1a59" providerId="LiveId" clId="{E5DD75F8-2736-4724-BCBD-FB28291E9303}" dt="2026-05-01T18:18:07.015" v="1903" actId="207"/>
          <ac:picMkLst>
            <pc:docMk/>
            <pc:sldMk cId="3537116690" sldId="2147483034"/>
            <ac:picMk id="125" creationId="{1B63E867-A6E8-2A74-69CB-DE0E6977AC54}"/>
          </ac:picMkLst>
        </pc:picChg>
        <pc:cxnChg chg="mod">
          <ac:chgData name="Alexis MTC" userId="a16190d96cca1a59" providerId="LiveId" clId="{E5DD75F8-2736-4724-BCBD-FB28291E9303}" dt="2026-05-01T12:55:57.112" v="162" actId="14100"/>
          <ac:cxnSpMkLst>
            <pc:docMk/>
            <pc:sldMk cId="3537116690" sldId="2147483034"/>
            <ac:cxnSpMk id="34" creationId="{498817A0-EA19-E63E-1994-545D43522D95}"/>
          </ac:cxnSpMkLst>
        </pc:cxnChg>
      </pc:sldChg>
      <pc:sldChg chg="delSp modSp mod">
        <pc:chgData name="Alexis MTC" userId="a16190d96cca1a59" providerId="LiveId" clId="{E5DD75F8-2736-4724-BCBD-FB28291E9303}" dt="2026-05-01T18:23:13.056" v="1935" actId="20577"/>
        <pc:sldMkLst>
          <pc:docMk/>
          <pc:sldMk cId="3976867266" sldId="2147483036"/>
        </pc:sldMkLst>
        <pc:spChg chg="mod">
          <ac:chgData name="Alexis MTC" userId="a16190d96cca1a59" providerId="LiveId" clId="{E5DD75F8-2736-4724-BCBD-FB28291E9303}" dt="2026-05-01T18:23:13.056" v="1935" actId="20577"/>
          <ac:spMkLst>
            <pc:docMk/>
            <pc:sldMk cId="3976867266" sldId="2147483036"/>
            <ac:spMk id="10" creationId="{75A3B4B7-7CF4-C2DD-058C-C67056FD3DED}"/>
          </ac:spMkLst>
        </pc:spChg>
        <pc:spChg chg="del">
          <ac:chgData name="Alexis MTC" userId="a16190d96cca1a59" providerId="LiveId" clId="{E5DD75F8-2736-4724-BCBD-FB28291E9303}" dt="2026-04-30T11:24:32.185" v="88" actId="478"/>
          <ac:spMkLst>
            <pc:docMk/>
            <pc:sldMk cId="3976867266" sldId="2147483036"/>
            <ac:spMk id="11" creationId="{B615EEE7-B91A-6BE3-6BF2-EC9850F60C94}"/>
          </ac:spMkLst>
        </pc:spChg>
        <pc:spChg chg="mod">
          <ac:chgData name="Alexis MTC" userId="a16190d96cca1a59" providerId="LiveId" clId="{E5DD75F8-2736-4724-BCBD-FB28291E9303}" dt="2026-05-01T18:22:42.068" v="1913" actId="20577"/>
          <ac:spMkLst>
            <pc:docMk/>
            <pc:sldMk cId="3976867266" sldId="2147483036"/>
            <ac:spMk id="12" creationId="{90DA32D8-7F92-7F76-2F48-D161AF57135F}"/>
          </ac:spMkLst>
        </pc:spChg>
      </pc:sldChg>
      <pc:sldChg chg="add del">
        <pc:chgData name="Alexis MTC" userId="a16190d96cca1a59" providerId="LiveId" clId="{E5DD75F8-2736-4724-BCBD-FB28291E9303}" dt="2026-05-01T14:35:10.524" v="548"/>
        <pc:sldMkLst>
          <pc:docMk/>
          <pc:sldMk cId="2460396461" sldId="2147483037"/>
        </pc:sldMkLst>
      </pc:sldChg>
      <pc:sldChg chg="add del">
        <pc:chgData name="Alexis MTC" userId="a16190d96cca1a59" providerId="LiveId" clId="{E5DD75F8-2736-4724-BCBD-FB28291E9303}" dt="2026-05-01T13:21:56.004" v="367" actId="47"/>
        <pc:sldMkLst>
          <pc:docMk/>
          <pc:sldMk cId="3395712906" sldId="2147483037"/>
        </pc:sldMkLst>
      </pc:sldChg>
      <pc:sldChg chg="add del">
        <pc:chgData name="Alexis MTC" userId="a16190d96cca1a59" providerId="LiveId" clId="{E5DD75F8-2736-4724-BCBD-FB28291E9303}" dt="2026-05-01T12:57:08.928" v="168"/>
        <pc:sldMkLst>
          <pc:docMk/>
          <pc:sldMk cId="3079017616" sldId="2147483038"/>
        </pc:sldMkLst>
      </pc:sldChg>
      <pc:sldMasterChg chg="addSp modSp mod modSldLayout">
        <pc:chgData name="Alexis MTC" userId="a16190d96cca1a59" providerId="LiveId" clId="{E5DD75F8-2736-4724-BCBD-FB28291E9303}" dt="2026-04-30T11:30:41.194" v="153" actId="478"/>
        <pc:sldMasterMkLst>
          <pc:docMk/>
          <pc:sldMasterMk cId="2209977519" sldId="2147483648"/>
        </pc:sldMasterMkLst>
        <pc:spChg chg="mod">
          <ac:chgData name="Alexis MTC" userId="a16190d96cca1a59" providerId="LiveId" clId="{E5DD75F8-2736-4724-BCBD-FB28291E9303}" dt="2026-04-30T10:50:42.877" v="39" actId="20577"/>
          <ac:spMkLst>
            <pc:docMk/>
            <pc:sldMasterMk cId="2209977519" sldId="2147483648"/>
            <ac:spMk id="10" creationId="{949DEECC-CE52-1CB8-0288-A839BFC5EFA6}"/>
          </ac:spMkLst>
        </pc:spChg>
        <pc:picChg chg="add mod">
          <ac:chgData name="Alexis MTC" userId="a16190d96cca1a59" providerId="LiveId" clId="{E5DD75F8-2736-4724-BCBD-FB28291E9303}" dt="2026-04-30T11:30:07.910" v="146" actId="1038"/>
          <ac:picMkLst>
            <pc:docMk/>
            <pc:sldMasterMk cId="2209977519" sldId="2147483648"/>
            <ac:picMk id="5" creationId="{3DAEAB11-0A76-1BEF-A583-ED0672F34004}"/>
          </ac:picMkLst>
        </pc:picChg>
        <pc:sldLayoutChg chg="addSp delSp modSp mod">
          <pc:chgData name="Alexis MTC" userId="a16190d96cca1a59" providerId="LiveId" clId="{E5DD75F8-2736-4724-BCBD-FB28291E9303}" dt="2026-04-30T11:30:41.194" v="153" actId="478"/>
          <pc:sldLayoutMkLst>
            <pc:docMk/>
            <pc:sldMasterMk cId="2209977519" sldId="2147483648"/>
            <pc:sldLayoutMk cId="1212999818" sldId="2147483655"/>
          </pc:sldLayoutMkLst>
          <pc:spChg chg="add del">
            <ac:chgData name="Alexis MTC" userId="a16190d96cca1a59" providerId="LiveId" clId="{E5DD75F8-2736-4724-BCBD-FB28291E9303}" dt="2026-04-30T11:30:38.691" v="152" actId="478"/>
            <ac:spMkLst>
              <pc:docMk/>
              <pc:sldMasterMk cId="2209977519" sldId="2147483648"/>
              <pc:sldLayoutMk cId="1212999818" sldId="2147483655"/>
              <ac:spMk id="4" creationId="{00000000-0000-0000-0000-000000000000}"/>
            </ac:spMkLst>
          </pc:spChg>
          <pc:picChg chg="add del mod">
            <ac:chgData name="Alexis MTC" userId="a16190d96cca1a59" providerId="LiveId" clId="{E5DD75F8-2736-4724-BCBD-FB28291E9303}" dt="2026-04-30T11:30:41.194" v="153" actId="478"/>
            <ac:picMkLst>
              <pc:docMk/>
              <pc:sldMasterMk cId="2209977519" sldId="2147483648"/>
              <pc:sldLayoutMk cId="1212999818" sldId="2147483655"/>
              <ac:picMk id="3" creationId="{908EE9A2-E780-27BF-ED9F-A05653FECB41}"/>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85CDB8-8F33-9440-A3FD-D716D0871387}" type="datetimeFigureOut">
              <a:rPr lang="de-DE" smtClean="0"/>
              <a:t>30.04.2026</a:t>
            </a:fld>
            <a:endParaRPr lang="de-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4E5331-1075-FA49-B690-7562B89424F1}" type="slidenum">
              <a:rPr lang="de-DE" smtClean="0"/>
              <a:t>‹#›</a:t>
            </a:fld>
            <a:endParaRPr lang="de-DE"/>
          </a:p>
        </p:txBody>
      </p:sp>
    </p:spTree>
    <p:extLst>
      <p:ext uri="{BB962C8B-B14F-4D97-AF65-F5344CB8AC3E}">
        <p14:creationId xmlns:p14="http://schemas.microsoft.com/office/powerpoint/2010/main" val="2683659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8DFB5-9439-9370-2329-BBDA3ADA697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40A4F77-6F13-4E8C-8909-3EA52F13FB53}"/>
              </a:ext>
            </a:extLst>
          </p:cNvPr>
          <p:cNvSpPr>
            <a:spLocks noGrp="1" noRot="1" noChangeAspect="1"/>
          </p:cNvSpPr>
          <p:nvPr>
            <p:ph type="sldImg"/>
          </p:nvPr>
        </p:nvSpPr>
        <p:spPr>
          <a:xfrm>
            <a:off x="381000" y="685800"/>
            <a:ext cx="6096000" cy="3429000"/>
          </a:xfrm>
        </p:spPr>
        <p:txBody>
          <a:bodyPr/>
          <a:lstStyle/>
          <a:p>
            <a:endParaRPr lang="fr-FR"/>
          </a:p>
        </p:txBody>
      </p:sp>
      <p:sp>
        <p:nvSpPr>
          <p:cNvPr id="3" name="Espace réservé des notes 2">
            <a:extLst>
              <a:ext uri="{FF2B5EF4-FFF2-40B4-BE49-F238E27FC236}">
                <a16:creationId xmlns:a16="http://schemas.microsoft.com/office/drawing/2014/main" id="{E78C05B0-FE8E-E08F-9A00-A270A2BD4636}"/>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26257295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KZ"/>
          </a:p>
        </p:txBody>
      </p:sp>
      <p:sp>
        <p:nvSpPr>
          <p:cNvPr id="4" name="Номер слайда 3"/>
          <p:cNvSpPr>
            <a:spLocks noGrp="1"/>
          </p:cNvSpPr>
          <p:nvPr>
            <p:ph type="sldNum" sz="quarter" idx="5"/>
          </p:nvPr>
        </p:nvSpPr>
        <p:spPr/>
        <p:txBody>
          <a:bodyPr/>
          <a:lstStyle/>
          <a:p>
            <a:fld id="{C34E5331-1075-FA49-B690-7562B89424F1}" type="slidenum">
              <a:rPr lang="de-DE" smtClean="0"/>
              <a:t>9</a:t>
            </a:fld>
            <a:endParaRPr lang="de-DE"/>
          </a:p>
        </p:txBody>
      </p:sp>
    </p:spTree>
    <p:extLst>
      <p:ext uri="{BB962C8B-B14F-4D97-AF65-F5344CB8AC3E}">
        <p14:creationId xmlns:p14="http://schemas.microsoft.com/office/powerpoint/2010/main" val="10294475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34E5331-1075-FA49-B690-7562B89424F1}" type="slidenum">
              <a:rPr lang="de-DE" smtClean="0"/>
              <a:t>12</a:t>
            </a:fld>
            <a:endParaRPr lang="de-DE"/>
          </a:p>
        </p:txBody>
      </p:sp>
    </p:spTree>
    <p:extLst>
      <p:ext uri="{BB962C8B-B14F-4D97-AF65-F5344CB8AC3E}">
        <p14:creationId xmlns:p14="http://schemas.microsoft.com/office/powerpoint/2010/main" val="28407288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2.bin"/><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3.bin"/><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4" name="Slide Number Placeholder 3"/>
          <p:cNvSpPr>
            <a:spLocks noGrp="1"/>
          </p:cNvSpPr>
          <p:nvPr>
            <p:ph type="sldNum" sz="quarter" idx="12"/>
          </p:nvPr>
        </p:nvSpPr>
        <p:spPr>
          <a:xfrm>
            <a:off x="9601200" y="6356350"/>
            <a:ext cx="2133600" cy="365125"/>
          </a:xfrm>
        </p:spPr>
        <p:txBody>
          <a:bodyPr/>
          <a:lstStyle>
            <a:lvl1pPr>
              <a:defRPr>
                <a:latin typeface="Helvetica Neue" panose="02000503000000020004" pitchFamily="2" charset="0"/>
                <a:ea typeface="Helvetica Neue" panose="02000503000000020004" pitchFamily="2" charset="0"/>
                <a:cs typeface="Helvetica Neue" panose="02000503000000020004" pitchFamily="2" charset="0"/>
              </a:defRPr>
            </a:lvl1pPr>
          </a:lstStyle>
          <a:p>
            <a:fld id="{C1FF6DA9-008F-8B48-92A6-B652298478BF}" type="slidenum">
              <a:rPr lang="en-US" smtClean="0"/>
              <a:pPr/>
              <a:t>‹#›</a:t>
            </a:fld>
            <a:endParaRPr lang="en-US">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Disposition personnalisée" userDrawn="1">
  <p:cSld name="2_Disposition personnalisée">
    <p:spTree>
      <p:nvGrpSpPr>
        <p:cNvPr id="1" name="Shape 37"/>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F03F2FC6-F290-B2FF-3D92-354CD7DBE5E8}"/>
              </a:ext>
            </a:extLst>
          </p:cNvPr>
          <p:cNvGraphicFramePr>
            <a:graphicFrameLocks noChangeAspect="1"/>
          </p:cNvGraphicFramePr>
          <p:nvPr userDrawn="1">
            <p:extLst>
              <p:ext uri="{D42A27DB-BD31-4B8C-83A1-F6EECF244321}">
                <p14:modId xmlns:p14="http://schemas.microsoft.com/office/powerpoint/2010/main" val="3789260643"/>
              </p:ext>
            </p:extLst>
          </p:nvPr>
        </p:nvGraphicFramePr>
        <p:xfrm>
          <a:off x="2119" y="2119"/>
          <a:ext cx="1636" cy="2117"/>
        </p:xfrm>
        <a:graphic>
          <a:graphicData uri="http://schemas.openxmlformats.org/presentationml/2006/ole">
            <mc:AlternateContent xmlns:mc="http://schemas.openxmlformats.org/markup-compatibility/2006">
              <mc:Choice xmlns:v="urn:schemas-microsoft-com:vml" Requires="v">
                <p:oleObj name="think-cell Slide" r:id="rId2" imgW="7772400" imgH="10058400" progId="TCLayout.ActiveDocument.1">
                  <p:embed/>
                </p:oleObj>
              </mc:Choice>
              <mc:Fallback>
                <p:oleObj name="think-cell Slide" r:id="rId2" imgW="7772400" imgH="10058400" progId="TCLayout.ActiveDocument.1">
                  <p:embed/>
                  <p:pic>
                    <p:nvPicPr>
                      <p:cNvPr id="2" name="think-cell data - do not delete" hidden="1">
                        <a:extLst>
                          <a:ext uri="{FF2B5EF4-FFF2-40B4-BE49-F238E27FC236}">
                            <a16:creationId xmlns:a16="http://schemas.microsoft.com/office/drawing/2014/main" id="{F03F2FC6-F290-B2FF-3D92-354CD7DBE5E8}"/>
                          </a:ext>
                        </a:extLst>
                      </p:cNvPr>
                      <p:cNvPicPr/>
                      <p:nvPr/>
                    </p:nvPicPr>
                    <p:blipFill>
                      <a:blip r:embed="rId3"/>
                      <a:stretch>
                        <a:fillRect/>
                      </a:stretch>
                    </p:blipFill>
                    <p:spPr>
                      <a:xfrm>
                        <a:off x="2119" y="2119"/>
                        <a:ext cx="1636" cy="2117"/>
                      </a:xfrm>
                      <a:prstGeom prst="rect">
                        <a:avLst/>
                      </a:prstGeom>
                    </p:spPr>
                  </p:pic>
                </p:oleObj>
              </mc:Fallback>
            </mc:AlternateContent>
          </a:graphicData>
        </a:graphic>
      </p:graphicFrame>
      <p:sp>
        <p:nvSpPr>
          <p:cNvPr id="3" name="Google Shape;64;p16">
            <a:extLst>
              <a:ext uri="{FF2B5EF4-FFF2-40B4-BE49-F238E27FC236}">
                <a16:creationId xmlns:a16="http://schemas.microsoft.com/office/drawing/2014/main" id="{9D094281-8D9F-6EDE-981C-F215ABF8964E}"/>
              </a:ext>
            </a:extLst>
          </p:cNvPr>
          <p:cNvSpPr txBox="1">
            <a:spLocks noGrp="1"/>
          </p:cNvSpPr>
          <p:nvPr>
            <p:ph type="sldNum" idx="12"/>
          </p:nvPr>
        </p:nvSpPr>
        <p:spPr>
          <a:xfrm>
            <a:off x="11719200" y="6426595"/>
            <a:ext cx="472800" cy="383200"/>
          </a:xfrm>
          <a:prstGeom prst="rect">
            <a:avLst/>
          </a:prstGeom>
          <a:noFill/>
          <a:ln>
            <a:noFill/>
          </a:ln>
        </p:spPr>
        <p:txBody>
          <a:bodyPr spcFirstLastPara="1" wrap="square" lIns="68575" tIns="34275" rIns="68575" bIns="34275" anchor="ctr" anchorCtr="0">
            <a:noAutofit/>
          </a:bodyPr>
          <a:lstStyle>
            <a:lvl1pPr marL="0" marR="0" lvl="0" indent="0" algn="ctr" rtl="0">
              <a:lnSpc>
                <a:spcPct val="100000"/>
              </a:lnSpc>
              <a:spcBef>
                <a:spcPts val="0"/>
              </a:spcBef>
              <a:spcAft>
                <a:spcPts val="0"/>
              </a:spcAft>
              <a:buClr>
                <a:srgbClr val="053A77"/>
              </a:buClr>
              <a:buSzPts val="1400"/>
              <a:buFont typeface="Arial"/>
              <a:buNone/>
              <a:defRPr sz="1200" b="0" i="0" u="none" strike="noStrike" cap="none">
                <a:solidFill>
                  <a:srgbClr val="00123B"/>
                </a:solidFill>
                <a:latin typeface="Poppins Medium"/>
                <a:ea typeface="Poppins Medium"/>
                <a:cs typeface="Poppins Medium"/>
                <a:sym typeface="Poppins Medium"/>
              </a:defRPr>
            </a:lvl1pPr>
            <a:lvl2pPr marL="0" marR="0" lvl="1" indent="0" algn="ctr" rtl="0">
              <a:lnSpc>
                <a:spcPct val="100000"/>
              </a:lnSpc>
              <a:spcBef>
                <a:spcPts val="0"/>
              </a:spcBef>
              <a:spcAft>
                <a:spcPts val="0"/>
              </a:spcAft>
              <a:buClr>
                <a:srgbClr val="053A77"/>
              </a:buClr>
              <a:buSzPts val="1400"/>
              <a:buFont typeface="Arial"/>
              <a:buNone/>
              <a:defRPr sz="1200" b="0" i="0" u="none" strike="noStrike" cap="none">
                <a:solidFill>
                  <a:schemeClr val="lt1"/>
                </a:solidFill>
                <a:latin typeface="Poppins Medium"/>
                <a:ea typeface="Poppins Medium"/>
                <a:cs typeface="Poppins Medium"/>
                <a:sym typeface="Poppins Medium"/>
              </a:defRPr>
            </a:lvl2pPr>
            <a:lvl3pPr marL="0" marR="0" lvl="2" indent="0" algn="ctr" rtl="0">
              <a:lnSpc>
                <a:spcPct val="100000"/>
              </a:lnSpc>
              <a:spcBef>
                <a:spcPts val="0"/>
              </a:spcBef>
              <a:spcAft>
                <a:spcPts val="0"/>
              </a:spcAft>
              <a:buClr>
                <a:srgbClr val="053A77"/>
              </a:buClr>
              <a:buSzPts val="1400"/>
              <a:buFont typeface="Arial"/>
              <a:buNone/>
              <a:defRPr sz="1200" b="0" i="0" u="none" strike="noStrike" cap="none">
                <a:solidFill>
                  <a:schemeClr val="lt1"/>
                </a:solidFill>
                <a:latin typeface="Poppins Medium"/>
                <a:ea typeface="Poppins Medium"/>
                <a:cs typeface="Poppins Medium"/>
                <a:sym typeface="Poppins Medium"/>
              </a:defRPr>
            </a:lvl3pPr>
            <a:lvl4pPr marL="0" marR="0" lvl="3" indent="0" algn="ctr" rtl="0">
              <a:lnSpc>
                <a:spcPct val="100000"/>
              </a:lnSpc>
              <a:spcBef>
                <a:spcPts val="0"/>
              </a:spcBef>
              <a:spcAft>
                <a:spcPts val="0"/>
              </a:spcAft>
              <a:buClr>
                <a:srgbClr val="053A77"/>
              </a:buClr>
              <a:buSzPts val="1400"/>
              <a:buFont typeface="Arial"/>
              <a:buNone/>
              <a:defRPr sz="1200" b="0" i="0" u="none" strike="noStrike" cap="none">
                <a:solidFill>
                  <a:schemeClr val="lt1"/>
                </a:solidFill>
                <a:latin typeface="Poppins Medium"/>
                <a:ea typeface="Poppins Medium"/>
                <a:cs typeface="Poppins Medium"/>
                <a:sym typeface="Poppins Medium"/>
              </a:defRPr>
            </a:lvl4pPr>
            <a:lvl5pPr marL="0" marR="0" lvl="4" indent="0" algn="ctr" rtl="0">
              <a:lnSpc>
                <a:spcPct val="100000"/>
              </a:lnSpc>
              <a:spcBef>
                <a:spcPts val="0"/>
              </a:spcBef>
              <a:spcAft>
                <a:spcPts val="0"/>
              </a:spcAft>
              <a:buClr>
                <a:srgbClr val="053A77"/>
              </a:buClr>
              <a:buSzPts val="1400"/>
              <a:buFont typeface="Arial"/>
              <a:buNone/>
              <a:defRPr sz="1200" b="0" i="0" u="none" strike="noStrike" cap="none">
                <a:solidFill>
                  <a:schemeClr val="lt1"/>
                </a:solidFill>
                <a:latin typeface="Poppins Medium"/>
                <a:ea typeface="Poppins Medium"/>
                <a:cs typeface="Poppins Medium"/>
                <a:sym typeface="Poppins Medium"/>
              </a:defRPr>
            </a:lvl5pPr>
            <a:lvl6pPr marL="0" marR="0" lvl="5" indent="0" algn="ctr" rtl="0">
              <a:lnSpc>
                <a:spcPct val="100000"/>
              </a:lnSpc>
              <a:spcBef>
                <a:spcPts val="0"/>
              </a:spcBef>
              <a:spcAft>
                <a:spcPts val="0"/>
              </a:spcAft>
              <a:buClr>
                <a:srgbClr val="053A77"/>
              </a:buClr>
              <a:buSzPts val="1400"/>
              <a:buFont typeface="Arial"/>
              <a:buNone/>
              <a:defRPr sz="1200" b="0" i="0" u="none" strike="noStrike" cap="none">
                <a:solidFill>
                  <a:schemeClr val="lt1"/>
                </a:solidFill>
                <a:latin typeface="Poppins Medium"/>
                <a:ea typeface="Poppins Medium"/>
                <a:cs typeface="Poppins Medium"/>
                <a:sym typeface="Poppins Medium"/>
              </a:defRPr>
            </a:lvl6pPr>
            <a:lvl7pPr marL="0" marR="0" lvl="6" indent="0" algn="ctr" rtl="0">
              <a:lnSpc>
                <a:spcPct val="100000"/>
              </a:lnSpc>
              <a:spcBef>
                <a:spcPts val="0"/>
              </a:spcBef>
              <a:spcAft>
                <a:spcPts val="0"/>
              </a:spcAft>
              <a:buClr>
                <a:srgbClr val="053A77"/>
              </a:buClr>
              <a:buSzPts val="1400"/>
              <a:buFont typeface="Arial"/>
              <a:buNone/>
              <a:defRPr sz="1200" b="0" i="0" u="none" strike="noStrike" cap="none">
                <a:solidFill>
                  <a:schemeClr val="lt1"/>
                </a:solidFill>
                <a:latin typeface="Poppins Medium"/>
                <a:ea typeface="Poppins Medium"/>
                <a:cs typeface="Poppins Medium"/>
                <a:sym typeface="Poppins Medium"/>
              </a:defRPr>
            </a:lvl7pPr>
            <a:lvl8pPr marL="0" marR="0" lvl="7" indent="0" algn="ctr" rtl="0">
              <a:lnSpc>
                <a:spcPct val="100000"/>
              </a:lnSpc>
              <a:spcBef>
                <a:spcPts val="0"/>
              </a:spcBef>
              <a:spcAft>
                <a:spcPts val="0"/>
              </a:spcAft>
              <a:buClr>
                <a:srgbClr val="053A77"/>
              </a:buClr>
              <a:buSzPts val="1400"/>
              <a:buFont typeface="Arial"/>
              <a:buNone/>
              <a:defRPr sz="1200" b="0" i="0" u="none" strike="noStrike" cap="none">
                <a:solidFill>
                  <a:schemeClr val="lt1"/>
                </a:solidFill>
                <a:latin typeface="Poppins Medium"/>
                <a:ea typeface="Poppins Medium"/>
                <a:cs typeface="Poppins Medium"/>
                <a:sym typeface="Poppins Medium"/>
              </a:defRPr>
            </a:lvl8pPr>
            <a:lvl9pPr marL="0" marR="0" lvl="8" indent="0" algn="ctr" rtl="0">
              <a:lnSpc>
                <a:spcPct val="100000"/>
              </a:lnSpc>
              <a:spcBef>
                <a:spcPts val="0"/>
              </a:spcBef>
              <a:spcAft>
                <a:spcPts val="0"/>
              </a:spcAft>
              <a:buClr>
                <a:srgbClr val="053A77"/>
              </a:buClr>
              <a:buSzPts val="1400"/>
              <a:buFont typeface="Arial"/>
              <a:buNone/>
              <a:defRPr sz="1200" b="0" i="0" u="none" strike="noStrike" cap="none">
                <a:solidFill>
                  <a:schemeClr val="lt1"/>
                </a:solidFill>
                <a:latin typeface="Poppins Medium"/>
                <a:ea typeface="Poppins Medium"/>
                <a:cs typeface="Poppins Medium"/>
                <a:sym typeface="Poppins Medium"/>
              </a:defRPr>
            </a:lvl9pPr>
          </a:lstStyle>
          <a:p>
            <a:fld id="{00000000-1234-1234-1234-123412341234}" type="slidenum">
              <a:rPr lang="fr-BE" smtClean="0"/>
              <a:pPr/>
              <a:t>‹#›</a:t>
            </a:fld>
            <a:endParaRPr lang="fr-BE"/>
          </a:p>
        </p:txBody>
      </p:sp>
      <p:sp>
        <p:nvSpPr>
          <p:cNvPr id="6" name="Google Shape;38;p62">
            <a:extLst>
              <a:ext uri="{FF2B5EF4-FFF2-40B4-BE49-F238E27FC236}">
                <a16:creationId xmlns:a16="http://schemas.microsoft.com/office/drawing/2014/main" id="{2AB66692-E17F-3870-54CD-D4A8951CA4B1}"/>
              </a:ext>
            </a:extLst>
          </p:cNvPr>
          <p:cNvSpPr txBox="1">
            <a:spLocks noGrp="1"/>
          </p:cNvSpPr>
          <p:nvPr>
            <p:ph type="title"/>
          </p:nvPr>
        </p:nvSpPr>
        <p:spPr>
          <a:xfrm>
            <a:off x="900811" y="454043"/>
            <a:ext cx="9203135" cy="700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3200"/>
              <a:buFont typeface="Montserrat SemiBold"/>
              <a:buNone/>
              <a:defRPr sz="2667" b="1" i="0">
                <a:solidFill>
                  <a:srgbClr val="00113A"/>
                </a:solidFill>
                <a:latin typeface="Montserrat SemiBold" pitchFamily="2" charset="77"/>
                <a:ea typeface="Montserrat SemiBold" pitchFamily="2" charset="77"/>
                <a:cs typeface="Montserrat SemiBold" pitchFamily="2" charset="77"/>
                <a:sym typeface="Montserrat SemiBold"/>
              </a:defRPr>
            </a:lvl1pPr>
            <a:lvl2pPr lvl="1" algn="l">
              <a:lnSpc>
                <a:spcPct val="100000"/>
              </a:lnSpc>
              <a:spcBef>
                <a:spcPts val="0"/>
              </a:spcBef>
              <a:spcAft>
                <a:spcPts val="0"/>
              </a:spcAft>
              <a:buSzPts val="3200"/>
              <a:buFont typeface="Montserrat SemiBold"/>
              <a:buNone/>
              <a:defRPr sz="4267" b="1">
                <a:latin typeface="Montserrat SemiBold"/>
                <a:ea typeface="Montserrat SemiBold"/>
                <a:cs typeface="Montserrat SemiBold"/>
                <a:sym typeface="Montserrat SemiBold"/>
              </a:defRPr>
            </a:lvl2pPr>
            <a:lvl3pPr lvl="2" algn="l">
              <a:lnSpc>
                <a:spcPct val="100000"/>
              </a:lnSpc>
              <a:spcBef>
                <a:spcPts val="0"/>
              </a:spcBef>
              <a:spcAft>
                <a:spcPts val="0"/>
              </a:spcAft>
              <a:buSzPts val="3200"/>
              <a:buFont typeface="Montserrat SemiBold"/>
              <a:buNone/>
              <a:defRPr sz="4267" b="1">
                <a:latin typeface="Montserrat SemiBold"/>
                <a:ea typeface="Montserrat SemiBold"/>
                <a:cs typeface="Montserrat SemiBold"/>
                <a:sym typeface="Montserrat SemiBold"/>
              </a:defRPr>
            </a:lvl3pPr>
            <a:lvl4pPr lvl="3" algn="l">
              <a:lnSpc>
                <a:spcPct val="100000"/>
              </a:lnSpc>
              <a:spcBef>
                <a:spcPts val="0"/>
              </a:spcBef>
              <a:spcAft>
                <a:spcPts val="0"/>
              </a:spcAft>
              <a:buSzPts val="3200"/>
              <a:buFont typeface="Montserrat SemiBold"/>
              <a:buNone/>
              <a:defRPr sz="4267" b="1">
                <a:latin typeface="Montserrat SemiBold"/>
                <a:ea typeface="Montserrat SemiBold"/>
                <a:cs typeface="Montserrat SemiBold"/>
                <a:sym typeface="Montserrat SemiBold"/>
              </a:defRPr>
            </a:lvl4pPr>
            <a:lvl5pPr lvl="4" algn="l">
              <a:lnSpc>
                <a:spcPct val="100000"/>
              </a:lnSpc>
              <a:spcBef>
                <a:spcPts val="0"/>
              </a:spcBef>
              <a:spcAft>
                <a:spcPts val="0"/>
              </a:spcAft>
              <a:buSzPts val="3200"/>
              <a:buFont typeface="Montserrat SemiBold"/>
              <a:buNone/>
              <a:defRPr sz="4267" b="1">
                <a:latin typeface="Montserrat SemiBold"/>
                <a:ea typeface="Montserrat SemiBold"/>
                <a:cs typeface="Montserrat SemiBold"/>
                <a:sym typeface="Montserrat SemiBold"/>
              </a:defRPr>
            </a:lvl5pPr>
            <a:lvl6pPr lvl="5" algn="l">
              <a:lnSpc>
                <a:spcPct val="100000"/>
              </a:lnSpc>
              <a:spcBef>
                <a:spcPts val="0"/>
              </a:spcBef>
              <a:spcAft>
                <a:spcPts val="0"/>
              </a:spcAft>
              <a:buSzPts val="3200"/>
              <a:buFont typeface="Montserrat SemiBold"/>
              <a:buNone/>
              <a:defRPr sz="4267" b="1">
                <a:latin typeface="Montserrat SemiBold"/>
                <a:ea typeface="Montserrat SemiBold"/>
                <a:cs typeface="Montserrat SemiBold"/>
                <a:sym typeface="Montserrat SemiBold"/>
              </a:defRPr>
            </a:lvl6pPr>
            <a:lvl7pPr lvl="6" algn="l">
              <a:lnSpc>
                <a:spcPct val="100000"/>
              </a:lnSpc>
              <a:spcBef>
                <a:spcPts val="0"/>
              </a:spcBef>
              <a:spcAft>
                <a:spcPts val="0"/>
              </a:spcAft>
              <a:buSzPts val="3200"/>
              <a:buFont typeface="Montserrat SemiBold"/>
              <a:buNone/>
              <a:defRPr sz="4267" b="1">
                <a:latin typeface="Montserrat SemiBold"/>
                <a:ea typeface="Montserrat SemiBold"/>
                <a:cs typeface="Montserrat SemiBold"/>
                <a:sym typeface="Montserrat SemiBold"/>
              </a:defRPr>
            </a:lvl7pPr>
            <a:lvl8pPr lvl="7" algn="l">
              <a:lnSpc>
                <a:spcPct val="100000"/>
              </a:lnSpc>
              <a:spcBef>
                <a:spcPts val="0"/>
              </a:spcBef>
              <a:spcAft>
                <a:spcPts val="0"/>
              </a:spcAft>
              <a:buSzPts val="3200"/>
              <a:buFont typeface="Montserrat SemiBold"/>
              <a:buNone/>
              <a:defRPr sz="4267" b="1">
                <a:latin typeface="Montserrat SemiBold"/>
                <a:ea typeface="Montserrat SemiBold"/>
                <a:cs typeface="Montserrat SemiBold"/>
                <a:sym typeface="Montserrat SemiBold"/>
              </a:defRPr>
            </a:lvl8pPr>
            <a:lvl9pPr lvl="8" algn="l">
              <a:lnSpc>
                <a:spcPct val="100000"/>
              </a:lnSpc>
              <a:spcBef>
                <a:spcPts val="0"/>
              </a:spcBef>
              <a:spcAft>
                <a:spcPts val="0"/>
              </a:spcAft>
              <a:buSzPts val="3200"/>
              <a:buFont typeface="Montserrat SemiBold"/>
              <a:buNone/>
              <a:defRPr sz="4267" b="1">
                <a:latin typeface="Montserrat SemiBold"/>
                <a:ea typeface="Montserrat SemiBold"/>
                <a:cs typeface="Montserrat SemiBold"/>
                <a:sym typeface="Montserrat SemiBold"/>
              </a:defRPr>
            </a:lvl9pPr>
          </a:lstStyle>
          <a:p>
            <a:r>
              <a:rPr lang="fr-FR"/>
              <a:t>Modifiez le style du titre</a:t>
            </a:r>
            <a:endParaRPr/>
          </a:p>
        </p:txBody>
      </p:sp>
      <p:sp>
        <p:nvSpPr>
          <p:cNvPr id="8" name="Google Shape;40;p62">
            <a:extLst>
              <a:ext uri="{FF2B5EF4-FFF2-40B4-BE49-F238E27FC236}">
                <a16:creationId xmlns:a16="http://schemas.microsoft.com/office/drawing/2014/main" id="{49D91449-9F95-FE24-56E5-2957ED64EBB2}"/>
              </a:ext>
            </a:extLst>
          </p:cNvPr>
          <p:cNvSpPr txBox="1">
            <a:spLocks noGrp="1"/>
          </p:cNvSpPr>
          <p:nvPr>
            <p:ph type="body" idx="13"/>
          </p:nvPr>
        </p:nvSpPr>
        <p:spPr>
          <a:xfrm>
            <a:off x="-76200" y="-179696"/>
            <a:ext cx="6293703" cy="700800"/>
          </a:xfrm>
          <a:prstGeom prst="rect">
            <a:avLst/>
          </a:prstGeom>
          <a:noFill/>
          <a:ln>
            <a:noFill/>
          </a:ln>
        </p:spPr>
        <p:txBody>
          <a:bodyPr spcFirstLastPara="1" wrap="square" lIns="91425" tIns="45700" rIns="91425" bIns="45700" anchor="t" anchorCtr="0">
            <a:noAutofit/>
          </a:bodyPr>
          <a:lstStyle>
            <a:lvl1pPr marL="152394" lvl="0" indent="0" algn="l">
              <a:lnSpc>
                <a:spcPct val="90000"/>
              </a:lnSpc>
              <a:spcBef>
                <a:spcPts val="1333"/>
              </a:spcBef>
              <a:spcAft>
                <a:spcPts val="0"/>
              </a:spcAft>
              <a:buClr>
                <a:schemeClr val="dk1"/>
              </a:buClr>
              <a:buSzPts val="1800"/>
              <a:buFont typeface="Montserrat Medium"/>
              <a:buNone/>
              <a:defRPr sz="2400" b="0" i="0">
                <a:solidFill>
                  <a:schemeClr val="bg1">
                    <a:lumMod val="75000"/>
                  </a:schemeClr>
                </a:solidFill>
                <a:latin typeface="Montserrat Medium" pitchFamily="2" charset="77"/>
                <a:ea typeface="Montserrat Medium" pitchFamily="2" charset="77"/>
                <a:cs typeface="Montserrat Medium" pitchFamily="2" charset="77"/>
                <a:sym typeface="Montserrat Medium"/>
              </a:defRPr>
            </a:lvl1pPr>
            <a:lvl2pPr marL="1219139" lvl="1" indent="-457177" algn="l">
              <a:lnSpc>
                <a:spcPct val="90000"/>
              </a:lnSpc>
              <a:spcBef>
                <a:spcPts val="667"/>
              </a:spcBef>
              <a:spcAft>
                <a:spcPts val="0"/>
              </a:spcAft>
              <a:buClr>
                <a:schemeClr val="dk1"/>
              </a:buClr>
              <a:buSzPts val="1800"/>
              <a:buFont typeface="Montserrat Medium"/>
              <a:buChar char="•"/>
              <a:defRPr>
                <a:latin typeface="Montserrat Medium"/>
                <a:ea typeface="Montserrat Medium"/>
                <a:cs typeface="Montserrat Medium"/>
                <a:sym typeface="Montserrat Medium"/>
              </a:defRPr>
            </a:lvl2pPr>
            <a:lvl3pPr marL="1828709" lvl="2" indent="-457177" algn="l">
              <a:lnSpc>
                <a:spcPct val="90000"/>
              </a:lnSpc>
              <a:spcBef>
                <a:spcPts val="667"/>
              </a:spcBef>
              <a:spcAft>
                <a:spcPts val="0"/>
              </a:spcAft>
              <a:buClr>
                <a:schemeClr val="dk1"/>
              </a:buClr>
              <a:buSzPts val="1800"/>
              <a:buFont typeface="Montserrat Medium"/>
              <a:buChar char="•"/>
              <a:defRPr>
                <a:latin typeface="Montserrat Medium"/>
                <a:ea typeface="Montserrat Medium"/>
                <a:cs typeface="Montserrat Medium"/>
                <a:sym typeface="Montserrat Medium"/>
              </a:defRPr>
            </a:lvl3pPr>
            <a:lvl4pPr marL="2438278" lvl="3" indent="-457177" algn="l">
              <a:lnSpc>
                <a:spcPct val="90000"/>
              </a:lnSpc>
              <a:spcBef>
                <a:spcPts val="667"/>
              </a:spcBef>
              <a:spcAft>
                <a:spcPts val="0"/>
              </a:spcAft>
              <a:buClr>
                <a:schemeClr val="dk1"/>
              </a:buClr>
              <a:buSzPts val="1800"/>
              <a:buFont typeface="Montserrat Medium"/>
              <a:buChar char="•"/>
              <a:defRPr>
                <a:latin typeface="Montserrat Medium"/>
                <a:ea typeface="Montserrat Medium"/>
                <a:cs typeface="Montserrat Medium"/>
                <a:sym typeface="Montserrat Medium"/>
              </a:defRPr>
            </a:lvl4pPr>
            <a:lvl5pPr marL="3047848" lvl="4" indent="-457177" algn="l">
              <a:lnSpc>
                <a:spcPct val="90000"/>
              </a:lnSpc>
              <a:spcBef>
                <a:spcPts val="667"/>
              </a:spcBef>
              <a:spcAft>
                <a:spcPts val="0"/>
              </a:spcAft>
              <a:buClr>
                <a:schemeClr val="dk1"/>
              </a:buClr>
              <a:buSzPts val="1800"/>
              <a:buFont typeface="Montserrat Medium"/>
              <a:buChar char="•"/>
              <a:defRPr>
                <a:latin typeface="Montserrat Medium"/>
                <a:ea typeface="Montserrat Medium"/>
                <a:cs typeface="Montserrat Medium"/>
                <a:sym typeface="Montserrat Medium"/>
              </a:defRPr>
            </a:lvl5pPr>
            <a:lvl6pPr marL="3657417" lvl="5" indent="-457177" algn="l">
              <a:lnSpc>
                <a:spcPct val="90000"/>
              </a:lnSpc>
              <a:spcBef>
                <a:spcPts val="667"/>
              </a:spcBef>
              <a:spcAft>
                <a:spcPts val="0"/>
              </a:spcAft>
              <a:buClr>
                <a:schemeClr val="dk1"/>
              </a:buClr>
              <a:buSzPts val="1800"/>
              <a:buFont typeface="Montserrat Medium"/>
              <a:buChar char="•"/>
              <a:defRPr>
                <a:latin typeface="Montserrat Medium"/>
                <a:ea typeface="Montserrat Medium"/>
                <a:cs typeface="Montserrat Medium"/>
                <a:sym typeface="Montserrat Medium"/>
              </a:defRPr>
            </a:lvl6pPr>
            <a:lvl7pPr marL="4266987" lvl="6" indent="-457177" algn="l">
              <a:lnSpc>
                <a:spcPct val="90000"/>
              </a:lnSpc>
              <a:spcBef>
                <a:spcPts val="667"/>
              </a:spcBef>
              <a:spcAft>
                <a:spcPts val="0"/>
              </a:spcAft>
              <a:buClr>
                <a:schemeClr val="dk1"/>
              </a:buClr>
              <a:buSzPts val="1800"/>
              <a:buFont typeface="Montserrat Medium"/>
              <a:buChar char="•"/>
              <a:defRPr>
                <a:latin typeface="Montserrat Medium"/>
                <a:ea typeface="Montserrat Medium"/>
                <a:cs typeface="Montserrat Medium"/>
                <a:sym typeface="Montserrat Medium"/>
              </a:defRPr>
            </a:lvl7pPr>
            <a:lvl8pPr marL="4876557" lvl="7" indent="-457177" algn="l">
              <a:lnSpc>
                <a:spcPct val="90000"/>
              </a:lnSpc>
              <a:spcBef>
                <a:spcPts val="667"/>
              </a:spcBef>
              <a:spcAft>
                <a:spcPts val="0"/>
              </a:spcAft>
              <a:buClr>
                <a:schemeClr val="dk1"/>
              </a:buClr>
              <a:buSzPts val="1800"/>
              <a:buFont typeface="Montserrat Medium"/>
              <a:buChar char="•"/>
              <a:defRPr>
                <a:latin typeface="Montserrat Medium"/>
                <a:ea typeface="Montserrat Medium"/>
                <a:cs typeface="Montserrat Medium"/>
                <a:sym typeface="Montserrat Medium"/>
              </a:defRPr>
            </a:lvl8pPr>
            <a:lvl9pPr marL="5486126" lvl="8" indent="-457177" algn="l">
              <a:lnSpc>
                <a:spcPct val="90000"/>
              </a:lnSpc>
              <a:spcBef>
                <a:spcPts val="667"/>
              </a:spcBef>
              <a:spcAft>
                <a:spcPts val="0"/>
              </a:spcAft>
              <a:buClr>
                <a:schemeClr val="dk1"/>
              </a:buClr>
              <a:buSzPts val="1800"/>
              <a:buFont typeface="Montserrat Medium"/>
              <a:buChar char="•"/>
              <a:defRPr>
                <a:latin typeface="Montserrat Medium"/>
                <a:ea typeface="Montserrat Medium"/>
                <a:cs typeface="Montserrat Medium"/>
                <a:sym typeface="Montserrat Medium"/>
              </a:defRPr>
            </a:lvl9pPr>
          </a:lstStyle>
          <a:p>
            <a:pPr lvl="0"/>
            <a:r>
              <a:rPr lang="fr-FR"/>
              <a:t>Cliquez pour modifier les styles du texte du masque</a:t>
            </a:r>
          </a:p>
        </p:txBody>
      </p:sp>
    </p:spTree>
    <p:extLst>
      <p:ext uri="{BB962C8B-B14F-4D97-AF65-F5344CB8AC3E}">
        <p14:creationId xmlns:p14="http://schemas.microsoft.com/office/powerpoint/2010/main" val="110717644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12136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_Disposition personnalisée" userDrawn="1">
  <p:cSld name="1_Disposition personnalisée">
    <p:spTree>
      <p:nvGrpSpPr>
        <p:cNvPr id="1" name="Shape 37"/>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F03F2FC6-F290-B2FF-3D92-354CD7DBE5E8}"/>
              </a:ext>
            </a:extLst>
          </p:cNvPr>
          <p:cNvGraphicFramePr>
            <a:graphicFrameLocks noChangeAspect="1"/>
          </p:cNvGraphicFramePr>
          <p:nvPr userDrawn="1">
            <p:extLst>
              <p:ext uri="{D42A27DB-BD31-4B8C-83A1-F6EECF244321}">
                <p14:modId xmlns:p14="http://schemas.microsoft.com/office/powerpoint/2010/main" val="358043335"/>
              </p:ext>
            </p:extLst>
          </p:nvPr>
        </p:nvGraphicFramePr>
        <p:xfrm>
          <a:off x="2119" y="2119"/>
          <a:ext cx="1636" cy="2117"/>
        </p:xfrm>
        <a:graphic>
          <a:graphicData uri="http://schemas.openxmlformats.org/presentationml/2006/ole">
            <mc:AlternateContent xmlns:mc="http://schemas.openxmlformats.org/markup-compatibility/2006">
              <mc:Choice xmlns:v="urn:schemas-microsoft-com:vml" Requires="v">
                <p:oleObj name="Diapositive think-cell" r:id="rId2" imgW="7772400" imgH="10058400" progId="TCLayout.ActiveDocument.1">
                  <p:embed/>
                </p:oleObj>
              </mc:Choice>
              <mc:Fallback>
                <p:oleObj name="Diapositive think-cell" r:id="rId2" imgW="7772400" imgH="10058400" progId="TCLayout.ActiveDocument.1">
                  <p:embed/>
                  <p:pic>
                    <p:nvPicPr>
                      <p:cNvPr id="2" name="think-cell data - do not delete" hidden="1">
                        <a:extLst>
                          <a:ext uri="{FF2B5EF4-FFF2-40B4-BE49-F238E27FC236}">
                            <a16:creationId xmlns:a16="http://schemas.microsoft.com/office/drawing/2014/main" id="{F03F2FC6-F290-B2FF-3D92-354CD7DBE5E8}"/>
                          </a:ext>
                        </a:extLst>
                      </p:cNvPr>
                      <p:cNvPicPr/>
                      <p:nvPr/>
                    </p:nvPicPr>
                    <p:blipFill>
                      <a:blip r:embed="rId3"/>
                      <a:stretch>
                        <a:fillRect/>
                      </a:stretch>
                    </p:blipFill>
                    <p:spPr>
                      <a:xfrm>
                        <a:off x="2119" y="2119"/>
                        <a:ext cx="1636" cy="2117"/>
                      </a:xfrm>
                      <a:prstGeom prst="rect">
                        <a:avLst/>
                      </a:prstGeom>
                    </p:spPr>
                  </p:pic>
                </p:oleObj>
              </mc:Fallback>
            </mc:AlternateContent>
          </a:graphicData>
        </a:graphic>
      </p:graphicFrame>
      <p:sp>
        <p:nvSpPr>
          <p:cNvPr id="3" name="Google Shape;8;p1">
            <a:extLst>
              <a:ext uri="{FF2B5EF4-FFF2-40B4-BE49-F238E27FC236}">
                <a16:creationId xmlns:a16="http://schemas.microsoft.com/office/drawing/2014/main" id="{3B396B44-F820-3B87-AE0C-B5B0496D69B7}"/>
              </a:ext>
            </a:extLst>
          </p:cNvPr>
          <p:cNvSpPr txBox="1">
            <a:spLocks noGrp="1"/>
          </p:cNvSpPr>
          <p:nvPr>
            <p:ph type="sldNum" idx="12"/>
          </p:nvPr>
        </p:nvSpPr>
        <p:spPr>
          <a:xfrm>
            <a:off x="11460400" y="6348707"/>
            <a:ext cx="731600" cy="524800"/>
          </a:xfrm>
          <a:prstGeom prst="rect">
            <a:avLst/>
          </a:prstGeom>
          <a:noFill/>
          <a:ln>
            <a:noFill/>
          </a:ln>
        </p:spPr>
        <p:txBody>
          <a:bodyPr spcFirstLastPara="1" wrap="square" lIns="91425" tIns="91425" rIns="91425" bIns="91425" anchor="ctr" anchorCtr="0">
            <a:normAutofit/>
          </a:bodyPr>
          <a:lstStyle>
            <a:lvl1pPr lvl="0" algn="r">
              <a:buNone/>
              <a:defRPr sz="1333" b="1">
                <a:solidFill>
                  <a:srgbClr val="011B5D"/>
                </a:solidFill>
              </a:defRPr>
            </a:lvl1pPr>
            <a:lvl2pPr lvl="1" algn="r">
              <a:buNone/>
              <a:defRPr sz="1333">
                <a:solidFill>
                  <a:schemeClr val="dk2"/>
                </a:solidFill>
              </a:defRPr>
            </a:lvl2pPr>
            <a:lvl3pPr lvl="2" algn="r">
              <a:buNone/>
              <a:defRPr sz="1333">
                <a:solidFill>
                  <a:schemeClr val="dk2"/>
                </a:solidFill>
              </a:defRPr>
            </a:lvl3pPr>
            <a:lvl4pPr lvl="3" algn="r">
              <a:buNone/>
              <a:defRPr sz="1333">
                <a:solidFill>
                  <a:schemeClr val="dk2"/>
                </a:solidFill>
              </a:defRPr>
            </a:lvl4pPr>
            <a:lvl5pPr lvl="4" algn="r">
              <a:buNone/>
              <a:defRPr sz="1333">
                <a:solidFill>
                  <a:schemeClr val="dk2"/>
                </a:solidFill>
              </a:defRPr>
            </a:lvl5pPr>
            <a:lvl6pPr lvl="5" algn="r">
              <a:buNone/>
              <a:defRPr sz="1333">
                <a:solidFill>
                  <a:schemeClr val="dk2"/>
                </a:solidFill>
              </a:defRPr>
            </a:lvl6pPr>
            <a:lvl7pPr lvl="6" algn="r">
              <a:buNone/>
              <a:defRPr sz="1333">
                <a:solidFill>
                  <a:schemeClr val="dk2"/>
                </a:solidFill>
              </a:defRPr>
            </a:lvl7pPr>
            <a:lvl8pPr lvl="7" algn="r">
              <a:buNone/>
              <a:defRPr sz="1333">
                <a:solidFill>
                  <a:schemeClr val="dk2"/>
                </a:solidFill>
              </a:defRPr>
            </a:lvl8pPr>
            <a:lvl9pPr lvl="8" algn="r">
              <a:buNone/>
              <a:defRPr sz="1333">
                <a:solidFill>
                  <a:schemeClr val="dk2"/>
                </a:solidFill>
              </a:defRPr>
            </a:lvl9pPr>
          </a:lstStyle>
          <a:p>
            <a:fld id="{00000000-1234-1234-1234-123412341234}" type="slidenum">
              <a:rPr lang="en-GB" smtClean="0"/>
              <a:pPr/>
              <a:t>‹#›</a:t>
            </a:fld>
            <a:endParaRPr lang="en-GB" b="1"/>
          </a:p>
        </p:txBody>
      </p:sp>
    </p:spTree>
    <p:extLst>
      <p:ext uri="{BB962C8B-B14F-4D97-AF65-F5344CB8AC3E}">
        <p14:creationId xmlns:p14="http://schemas.microsoft.com/office/powerpoint/2010/main" val="311581108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tags" Target="../tags/tag1.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19995121-992F-67DF-D163-7B359DBD8582}"/>
              </a:ext>
            </a:extLst>
          </p:cNvPr>
          <p:cNvGraphicFramePr>
            <a:graphicFrameLocks/>
          </p:cNvGraphicFramePr>
          <p:nvPr userDrawn="1">
            <p:custDataLst>
              <p:tags r:id="rId16"/>
            </p:custDataLst>
            <p:extLst>
              <p:ext uri="{D42A27DB-BD31-4B8C-83A1-F6EECF244321}">
                <p14:modId xmlns:p14="http://schemas.microsoft.com/office/powerpoint/2010/main" val="39693931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7" imgW="7772400" imgH="10058400" progId="TCLayout.ActiveDocument.1">
                  <p:embed/>
                </p:oleObj>
              </mc:Choice>
              <mc:Fallback>
                <p:oleObj name="think-cell Slide" r:id="rId17" imgW="7772400" imgH="10058400" progId="TCLayout.ActiveDocument.1">
                  <p:embed/>
                  <p:pic>
                    <p:nvPicPr>
                      <p:cNvPr id="9" name="think-cell data - do not delete" hidden="1">
                        <a:extLst>
                          <a:ext uri="{FF2B5EF4-FFF2-40B4-BE49-F238E27FC236}">
                            <a16:creationId xmlns:a16="http://schemas.microsoft.com/office/drawing/2014/main" id="{19995121-992F-67DF-D163-7B359DBD8582}"/>
                          </a:ext>
                        </a:extLst>
                      </p:cNvPr>
                      <p:cNvPicPr/>
                      <p:nvPr/>
                    </p:nvPicPr>
                    <p:blipFill>
                      <a:blip r:embed="rId18"/>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601200" y="6356349"/>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pic>
        <p:nvPicPr>
          <p:cNvPr id="7" name="Picture 6" descr="luiss_logo.png">
            <a:extLst>
              <a:ext uri="{FF2B5EF4-FFF2-40B4-BE49-F238E27FC236}">
                <a16:creationId xmlns:a16="http://schemas.microsoft.com/office/drawing/2014/main" id="{B172C026-BA40-45A2-116C-61FFDC477B71}"/>
              </a:ext>
            </a:extLst>
          </p:cNvPr>
          <p:cNvPicPr>
            <a:picLocks noChangeAspect="1"/>
          </p:cNvPicPr>
          <p:nvPr userDrawn="1"/>
        </p:nvPicPr>
        <p:blipFill>
          <a:blip r:embed="rId19"/>
          <a:stretch>
            <a:fillRect/>
          </a:stretch>
        </p:blipFill>
        <p:spPr>
          <a:xfrm>
            <a:off x="548640" y="6464808"/>
            <a:ext cx="1109892" cy="201168"/>
          </a:xfrm>
          <a:prstGeom prst="rect">
            <a:avLst/>
          </a:prstGeom>
        </p:spPr>
      </p:pic>
      <p:sp>
        <p:nvSpPr>
          <p:cNvPr id="10" name="TextBox 9">
            <a:extLst>
              <a:ext uri="{FF2B5EF4-FFF2-40B4-BE49-F238E27FC236}">
                <a16:creationId xmlns:a16="http://schemas.microsoft.com/office/drawing/2014/main" id="{949DEECC-CE52-1CB8-0288-A839BFC5EFA6}"/>
              </a:ext>
            </a:extLst>
          </p:cNvPr>
          <p:cNvSpPr txBox="1"/>
          <p:nvPr userDrawn="1"/>
        </p:nvSpPr>
        <p:spPr>
          <a:xfrm>
            <a:off x="2336647" y="6446520"/>
            <a:ext cx="7518400" cy="365760"/>
          </a:xfrm>
          <a:prstGeom prst="rect">
            <a:avLst/>
          </a:prstGeom>
          <a:noFill/>
        </p:spPr>
        <p:txBody>
          <a:bodyPr wrap="square" lIns="91440" tIns="45720" rIns="91440" bIns="45720" anchor="t">
            <a:noAutofit/>
          </a:bodyPr>
          <a:lstStyle/>
          <a:p>
            <a:pPr algn="ctr">
              <a:defRPr sz="1300" b="0">
                <a:solidFill>
                  <a:srgbClr val="6B707A"/>
                </a:solidFill>
                <a:latin typeface="Calibri"/>
              </a:defRPr>
            </a:pPr>
            <a:r>
              <a:rPr lang="en-US" dirty="0">
                <a:solidFill>
                  <a:srgbClr val="A5A5A5"/>
                </a:solidFill>
                <a:latin typeface="Helvetica Neue"/>
              </a:rPr>
              <a:t>Reply</a:t>
            </a:r>
            <a:endParaRPr lang="en-US" dirty="0">
              <a:solidFill>
                <a:srgbClr val="A5A5A5"/>
              </a:solidFill>
            </a:endParaRPr>
          </a:p>
        </p:txBody>
      </p:sp>
      <p:pic>
        <p:nvPicPr>
          <p:cNvPr id="5" name="Picture 4" descr="Recrutement REPLY, jobs et opportunités de carrière pour travailler chez  REPLY.">
            <a:extLst>
              <a:ext uri="{FF2B5EF4-FFF2-40B4-BE49-F238E27FC236}">
                <a16:creationId xmlns:a16="http://schemas.microsoft.com/office/drawing/2014/main" id="{3DAEAB11-0A76-1BEF-A583-ED0672F34004}"/>
              </a:ext>
            </a:extLst>
          </p:cNvPr>
          <p:cNvPicPr>
            <a:picLocks noChangeAspect="1" noChangeArrowheads="1"/>
          </p:cNvPicPr>
          <p:nvPr userDrawn="1"/>
        </p:nvPicPr>
        <p:blipFill rotWithShape="1">
          <a:blip r:embed="rId20">
            <a:extLst>
              <a:ext uri="{28A0092B-C50C-407E-A947-70E740481C1C}">
                <a14:useLocalDpi xmlns:a14="http://schemas.microsoft.com/office/drawing/2010/main" val="0"/>
              </a:ext>
            </a:extLst>
          </a:blip>
          <a:srcRect r="68916"/>
          <a:stretch>
            <a:fillRect/>
          </a:stretch>
        </p:blipFill>
        <p:spPr bwMode="auto">
          <a:xfrm>
            <a:off x="11664598" y="6220341"/>
            <a:ext cx="456282" cy="6371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image" Target="../media/image9.svg"/><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emf"/></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12.xml"/><Relationship Id="rId1" Type="http://schemas.openxmlformats.org/officeDocument/2006/relationships/tags" Target="../tags/tag2.xml"/><Relationship Id="rId5" Type="http://schemas.openxmlformats.org/officeDocument/2006/relationships/image" Target="../media/image11.emf"/><Relationship Id="rId4" Type="http://schemas.openxmlformats.org/officeDocument/2006/relationships/oleObject" Target="../embeddings/oleObject5.bin"/></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2.xml"/><Relationship Id="rId1" Type="http://schemas.openxmlformats.org/officeDocument/2006/relationships/tags" Target="../tags/tag3.xml"/><Relationship Id="rId5" Type="http://schemas.openxmlformats.org/officeDocument/2006/relationships/image" Target="../media/image12.png"/><Relationship Id="rId4" Type="http://schemas.openxmlformats.org/officeDocument/2006/relationships/image" Target="../media/image11.emf"/></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2.xml"/><Relationship Id="rId1" Type="http://schemas.openxmlformats.org/officeDocument/2006/relationships/tags" Target="../tags/tag4.xml"/><Relationship Id="rId5" Type="http://schemas.openxmlformats.org/officeDocument/2006/relationships/image" Target="../media/image14.png"/><Relationship Id="rId4" Type="http://schemas.openxmlformats.org/officeDocument/2006/relationships/image" Target="../media/image13.emf"/></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tags" Target="../tags/tag5.xml"/><Relationship Id="rId6" Type="http://schemas.openxmlformats.org/officeDocument/2006/relationships/image" Target="../media/image15.png"/><Relationship Id="rId5" Type="http://schemas.openxmlformats.org/officeDocument/2006/relationships/image" Target="../media/image13.emf"/><Relationship Id="rId4" Type="http://schemas.openxmlformats.org/officeDocument/2006/relationships/oleObject" Target="../embeddings/oleObject6.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2.xml"/><Relationship Id="rId1" Type="http://schemas.openxmlformats.org/officeDocument/2006/relationships/tags" Target="../tags/tag6.xml"/><Relationship Id="rId5" Type="http://schemas.openxmlformats.org/officeDocument/2006/relationships/image" Target="../media/image16.png"/><Relationship Id="rId4" Type="http://schemas.openxmlformats.org/officeDocument/2006/relationships/image" Target="../media/image13.emf"/></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tags" Target="../tags/tag7.xml"/><Relationship Id="rId6" Type="http://schemas.openxmlformats.org/officeDocument/2006/relationships/image" Target="../media/image17.png"/><Relationship Id="rId5" Type="http://schemas.openxmlformats.org/officeDocument/2006/relationships/image" Target="../media/image13.emf"/><Relationship Id="rId4" Type="http://schemas.openxmlformats.org/officeDocument/2006/relationships/oleObject" Target="../embeddings/oleObject6.bin"/></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2.xml"/><Relationship Id="rId1" Type="http://schemas.openxmlformats.org/officeDocument/2006/relationships/tags" Target="../tags/tag8.xml"/><Relationship Id="rId5" Type="http://schemas.openxmlformats.org/officeDocument/2006/relationships/image" Target="../media/image18.png"/><Relationship Id="rId4" Type="http://schemas.openxmlformats.org/officeDocument/2006/relationships/image" Target="../media/image13.emf"/></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Box 4"/>
          <p:cNvSpPr txBox="1"/>
          <p:nvPr/>
        </p:nvSpPr>
        <p:spPr>
          <a:xfrm>
            <a:off x="731520" y="3840480"/>
            <a:ext cx="7772400" cy="731520"/>
          </a:xfrm>
          <a:prstGeom prst="rect">
            <a:avLst/>
          </a:prstGeom>
          <a:noFill/>
        </p:spPr>
        <p:txBody>
          <a:bodyPr wrap="square">
            <a:noAutofit/>
          </a:bodyPr>
          <a:lstStyle/>
          <a:p>
            <a:pPr>
              <a:defRPr sz="2000" b="0">
                <a:solidFill>
                  <a:srgbClr val="6B707A"/>
                </a:solidFill>
                <a:latin typeface="Calibri"/>
              </a:defRPr>
            </a:pPr>
            <a:r>
              <a:rPr lang="en-GB" b="1" dirty="0">
                <a:latin typeface="Helvetica Neue" panose="02000503000000020004" pitchFamily="2" charset="0"/>
                <a:ea typeface="Helvetica Neue" panose="02000503000000020004" pitchFamily="2" charset="0"/>
                <a:cs typeface="Helvetica Neue" panose="02000503000000020004" pitchFamily="2" charset="0"/>
              </a:rPr>
              <a:t>Transit Anomaly Detection for Airport and Border Control Data</a:t>
            </a:r>
          </a:p>
          <a:p>
            <a:pPr>
              <a:defRPr sz="2000" b="0">
                <a:solidFill>
                  <a:srgbClr val="6B707A"/>
                </a:solidFill>
                <a:latin typeface="Calibri"/>
              </a:defRPr>
            </a:pPr>
            <a:r>
              <a:rPr lang="en-GB" dirty="0">
                <a:latin typeface="Helvetica Neue" panose="02000503000000020004" pitchFamily="2" charset="0"/>
                <a:ea typeface="Helvetica Neue" panose="02000503000000020004" pitchFamily="2" charset="0"/>
                <a:cs typeface="Helvetica Neue" panose="02000503000000020004" pitchFamily="2" charset="0"/>
              </a:rPr>
              <a:t>Machine Learning (LUISS 2025-2026) </a:t>
            </a:r>
          </a:p>
        </p:txBody>
      </p:sp>
      <p:sp>
        <p:nvSpPr>
          <p:cNvPr id="6" name="Rectangle 5"/>
          <p:cNvSpPr/>
          <p:nvPr/>
        </p:nvSpPr>
        <p:spPr>
          <a:xfrm>
            <a:off x="731520" y="4754880"/>
            <a:ext cx="1828800" cy="9525"/>
          </a:xfrm>
          <a:prstGeom prst="rect">
            <a:avLst/>
          </a:prstGeom>
          <a:solidFill>
            <a:srgbClr val="00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19" y="5029200"/>
            <a:ext cx="10192420" cy="365760"/>
          </a:xfrm>
          <a:prstGeom prst="rect">
            <a:avLst/>
          </a:prstGeom>
          <a:noFill/>
        </p:spPr>
        <p:txBody>
          <a:bodyPr wrap="square">
            <a:noAutofit/>
          </a:bodyPr>
          <a:lstStyle/>
          <a:p>
            <a:r>
              <a:rPr lang="en-GB" dirty="0">
                <a:solidFill>
                  <a:schemeClr val="bg1">
                    <a:lumMod val="50000"/>
                  </a:schemeClr>
                </a:solidFill>
                <a:latin typeface="Helvetica Neue" panose="02000503000000020004" pitchFamily="2" charset="0"/>
                <a:ea typeface="Helvetica Neue" panose="02000503000000020004" pitchFamily="2" charset="0"/>
                <a:cs typeface="Helvetica Neue" panose="02000503000000020004" pitchFamily="2" charset="0"/>
              </a:rPr>
              <a:t>Georges-Alexis Mitracos, Giulio D'Amico </a:t>
            </a:r>
            <a:endParaRPr lang="it-IT" sz="2000" dirty="0">
              <a:solidFill>
                <a:schemeClr val="bg1">
                  <a:lumMod val="50000"/>
                </a:schemeClr>
              </a:solidFill>
            </a:endParaRPr>
          </a:p>
          <a:p>
            <a:br>
              <a:rPr lang="it-IT" dirty="0"/>
            </a:br>
            <a:r>
              <a:rPr lang="en-GB" dirty="0">
                <a:latin typeface="Helvetica Neue" panose="02000503000000020004" pitchFamily="2" charset="0"/>
                <a:ea typeface="Helvetica Neue" panose="02000503000000020004" pitchFamily="2" charset="0"/>
                <a:cs typeface="Helvetica Neue" panose="02000503000000020004" pitchFamily="2" charset="0"/>
              </a:rPr>
              <a:t> </a:t>
            </a:r>
          </a:p>
        </p:txBody>
      </p:sp>
      <p:sp>
        <p:nvSpPr>
          <p:cNvPr id="12" name="Rectangle 11">
            <a:extLst>
              <a:ext uri="{FF2B5EF4-FFF2-40B4-BE49-F238E27FC236}">
                <a16:creationId xmlns:a16="http://schemas.microsoft.com/office/drawing/2014/main" id="{2C3C201A-EF4B-22C0-1B0F-D14EA3F34171}"/>
              </a:ext>
            </a:extLst>
          </p:cNvPr>
          <p:cNvSpPr/>
          <p:nvPr/>
        </p:nvSpPr>
        <p:spPr>
          <a:xfrm>
            <a:off x="4812632" y="6316579"/>
            <a:ext cx="2743200" cy="54142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4" name="Rectangle 13">
            <a:extLst>
              <a:ext uri="{FF2B5EF4-FFF2-40B4-BE49-F238E27FC236}">
                <a16:creationId xmlns:a16="http://schemas.microsoft.com/office/drawing/2014/main" id="{B23B714F-BA0D-7157-F0E7-82098BEC2B57}"/>
              </a:ext>
            </a:extLst>
          </p:cNvPr>
          <p:cNvSpPr/>
          <p:nvPr/>
        </p:nvSpPr>
        <p:spPr>
          <a:xfrm>
            <a:off x="0" y="0"/>
            <a:ext cx="12191695" cy="36576"/>
          </a:xfrm>
          <a:prstGeom prst="rect">
            <a:avLst/>
          </a:prstGeom>
          <a:solidFill>
            <a:srgbClr val="00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lide Number Placeholder 1">
            <a:extLst>
              <a:ext uri="{FF2B5EF4-FFF2-40B4-BE49-F238E27FC236}">
                <a16:creationId xmlns:a16="http://schemas.microsoft.com/office/drawing/2014/main" id="{6950A60A-D14E-2735-7812-BB03DD934791}"/>
              </a:ext>
            </a:extLst>
          </p:cNvPr>
          <p:cNvSpPr>
            <a:spLocks noGrp="1"/>
          </p:cNvSpPr>
          <p:nvPr>
            <p:ph type="sldNum" sz="quarter" idx="12"/>
          </p:nvPr>
        </p:nvSpPr>
        <p:spPr>
          <a:xfrm>
            <a:off x="9601200" y="6356350"/>
            <a:ext cx="2133600" cy="365125"/>
          </a:xfrm>
        </p:spPr>
        <p:txBody>
          <a:bodyPr/>
          <a:lstStyle/>
          <a:p>
            <a:fld id="{C1FF6DA9-008F-8B48-92A6-B652298478BF}" type="slidenum">
              <a:rPr lang="en-US" smtClean="0"/>
              <a:pPr/>
              <a:t>1</a:t>
            </a:fld>
            <a:endParaRPr lang="en-US">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1028" name="Picture 4" descr="Recrutement REPLY, jobs et opportunités de carrière pour travailler chez  REPLY.">
            <a:extLst>
              <a:ext uri="{FF2B5EF4-FFF2-40B4-BE49-F238E27FC236}">
                <a16:creationId xmlns:a16="http://schemas.microsoft.com/office/drawing/2014/main" id="{4203394A-339F-8DB3-DD12-C4F2437E27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519" y="962025"/>
            <a:ext cx="6210300" cy="26955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BABDA-3801-52D1-BA3D-C61A8351E96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26C99FB-7E0D-320E-2244-DEC59BC4182D}"/>
              </a:ext>
            </a:extLst>
          </p:cNvPr>
          <p:cNvSpPr/>
          <p:nvPr/>
        </p:nvSpPr>
        <p:spPr>
          <a:xfrm>
            <a:off x="0" y="0"/>
            <a:ext cx="12191695" cy="36576"/>
          </a:xfrm>
          <a:prstGeom prst="rect">
            <a:avLst/>
          </a:prstGeom>
          <a:solidFill>
            <a:srgbClr val="00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133997EB-3C3E-17C0-65B9-98E77B2AAC8D}"/>
              </a:ext>
            </a:extLst>
          </p:cNvPr>
          <p:cNvSpPr txBox="1"/>
          <p:nvPr/>
        </p:nvSpPr>
        <p:spPr>
          <a:xfrm>
            <a:off x="731520" y="457200"/>
            <a:ext cx="5486400" cy="548640"/>
          </a:xfrm>
          <a:prstGeom prst="rect">
            <a:avLst/>
          </a:prstGeom>
          <a:noFill/>
        </p:spPr>
        <p:txBody>
          <a:bodyPr wrap="square">
            <a:noAutofit/>
          </a:bodyPr>
          <a:lstStyle/>
          <a:p>
            <a:pPr algn="l">
              <a:defRPr sz="3200" b="1">
                <a:solidFill>
                  <a:srgbClr val="002240"/>
                </a:solidFill>
                <a:latin typeface="Calibri"/>
              </a:defRPr>
            </a:pPr>
            <a:r>
              <a:rPr>
                <a:latin typeface="Helvetica Neue" panose="02000503000000020004" pitchFamily="2" charset="0"/>
                <a:ea typeface="Helvetica Neue" panose="02000503000000020004" pitchFamily="2" charset="0"/>
                <a:cs typeface="Helvetica Neue" panose="02000503000000020004" pitchFamily="2" charset="0"/>
              </a:rPr>
              <a:t>Agenda</a:t>
            </a:r>
          </a:p>
        </p:txBody>
      </p:sp>
      <p:sp>
        <p:nvSpPr>
          <p:cNvPr id="4" name="Rectangle 3">
            <a:extLst>
              <a:ext uri="{FF2B5EF4-FFF2-40B4-BE49-F238E27FC236}">
                <a16:creationId xmlns:a16="http://schemas.microsoft.com/office/drawing/2014/main" id="{85CF5448-E480-1B23-8AD2-F30FACAAB9A9}"/>
              </a:ext>
            </a:extLst>
          </p:cNvPr>
          <p:cNvSpPr/>
          <p:nvPr/>
        </p:nvSpPr>
        <p:spPr>
          <a:xfrm>
            <a:off x="731520" y="1097280"/>
            <a:ext cx="10728655" cy="9525"/>
          </a:xfrm>
          <a:prstGeom prst="rect">
            <a:avLst/>
          </a:prstGeom>
          <a:solidFill>
            <a:srgbClr val="E0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 name="TextBox 4">
            <a:extLst>
              <a:ext uri="{FF2B5EF4-FFF2-40B4-BE49-F238E27FC236}">
                <a16:creationId xmlns:a16="http://schemas.microsoft.com/office/drawing/2014/main" id="{4939FBA9-5428-1811-5788-57E67818C608}"/>
              </a:ext>
            </a:extLst>
          </p:cNvPr>
          <p:cNvSpPr txBox="1"/>
          <p:nvPr/>
        </p:nvSpPr>
        <p:spPr>
          <a:xfrm>
            <a:off x="731520" y="1463040"/>
            <a:ext cx="731520" cy="548640"/>
          </a:xfrm>
          <a:prstGeom prst="rect">
            <a:avLst/>
          </a:prstGeom>
          <a:noFill/>
        </p:spPr>
        <p:txBody>
          <a:bodyPr wrap="square">
            <a:noAutofit/>
          </a:bodyPr>
          <a:lstStyle/>
          <a:p>
            <a:pPr algn="l">
              <a:defRPr sz="2800" b="1">
                <a:solidFill>
                  <a:srgbClr val="4A9ECF"/>
                </a:solidFill>
                <a:latin typeface="Calibri"/>
              </a:defRPr>
            </a:pPr>
            <a:r>
              <a:rPr>
                <a:latin typeface="Helvetica Neue" panose="02000503000000020004" pitchFamily="2" charset="0"/>
                <a:ea typeface="Helvetica Neue" panose="02000503000000020004" pitchFamily="2" charset="0"/>
                <a:cs typeface="Helvetica Neue" panose="02000503000000020004" pitchFamily="2" charset="0"/>
              </a:rPr>
              <a:t>01</a:t>
            </a:r>
          </a:p>
        </p:txBody>
      </p:sp>
      <p:sp>
        <p:nvSpPr>
          <p:cNvPr id="6" name="TextBox 5">
            <a:extLst>
              <a:ext uri="{FF2B5EF4-FFF2-40B4-BE49-F238E27FC236}">
                <a16:creationId xmlns:a16="http://schemas.microsoft.com/office/drawing/2014/main" id="{30AF3821-84C2-6117-CEB4-FB2977A13AB1}"/>
              </a:ext>
            </a:extLst>
          </p:cNvPr>
          <p:cNvSpPr txBox="1"/>
          <p:nvPr/>
        </p:nvSpPr>
        <p:spPr>
          <a:xfrm>
            <a:off x="1645920" y="1463040"/>
            <a:ext cx="5486400" cy="457200"/>
          </a:xfrm>
          <a:prstGeom prst="rect">
            <a:avLst/>
          </a:prstGeom>
          <a:noFill/>
        </p:spPr>
        <p:txBody>
          <a:bodyPr wrap="square" lIns="91440" tIns="45720" rIns="91440" bIns="45720" anchor="t">
            <a:noAutofit/>
          </a:bodyPr>
          <a:lstStyle/>
          <a:p>
            <a:pPr>
              <a:defRPr sz="2000" b="1">
                <a:solidFill>
                  <a:srgbClr val="002240"/>
                </a:solidFill>
                <a:latin typeface="Calibri"/>
              </a:defRPr>
            </a:pPr>
            <a:r>
              <a:rPr lang="en-GB" dirty="0">
                <a:latin typeface="Helvetica Neue" panose="02000503000000020004" pitchFamily="2" charset="0"/>
                <a:ea typeface="Helvetica Neue" panose="02000503000000020004" pitchFamily="2" charset="0"/>
                <a:cs typeface="Helvetica Neue" panose="02000503000000020004" pitchFamily="2" charset="0"/>
              </a:rPr>
              <a:t>CONTEXT &amp; DATA</a:t>
            </a:r>
            <a:endParaRPr lang="en-US"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 name="TextBox 6">
            <a:extLst>
              <a:ext uri="{FF2B5EF4-FFF2-40B4-BE49-F238E27FC236}">
                <a16:creationId xmlns:a16="http://schemas.microsoft.com/office/drawing/2014/main" id="{AD7359C0-0AFA-356C-F00A-5AF6A2C4FC89}"/>
              </a:ext>
            </a:extLst>
          </p:cNvPr>
          <p:cNvSpPr txBox="1"/>
          <p:nvPr/>
        </p:nvSpPr>
        <p:spPr>
          <a:xfrm>
            <a:off x="1645920" y="1874520"/>
            <a:ext cx="7518400" cy="365760"/>
          </a:xfrm>
          <a:prstGeom prst="rect">
            <a:avLst/>
          </a:prstGeom>
          <a:noFill/>
        </p:spPr>
        <p:txBody>
          <a:bodyPr wrap="square" lIns="91440" tIns="45720" rIns="91440" bIns="45720" anchor="t">
            <a:noAutofit/>
          </a:bodyPr>
          <a:lstStyle>
            <a:defPPr>
              <a:defRPr lang="en-US"/>
            </a:defPPr>
            <a:lvl1pPr>
              <a:defRPr sz="1300" b="0">
                <a:solidFill>
                  <a:schemeClr val="tx2"/>
                </a:solidFill>
                <a:latin typeface="Helvetica Neue"/>
              </a:defRPr>
            </a:lvl1pPr>
          </a:lstStyle>
          <a:p>
            <a:r>
              <a:rPr lang="en-US" dirty="0"/>
              <a:t>Business Context &amp; Relevance, </a:t>
            </a:r>
            <a:r>
              <a:rPr lang="en-GB" dirty="0"/>
              <a:t>Data Overview &amp; Key Insights</a:t>
            </a:r>
            <a:endParaRPr lang="en-US" dirty="0"/>
          </a:p>
        </p:txBody>
      </p:sp>
      <p:sp>
        <p:nvSpPr>
          <p:cNvPr id="8" name="Rectangle 7">
            <a:extLst>
              <a:ext uri="{FF2B5EF4-FFF2-40B4-BE49-F238E27FC236}">
                <a16:creationId xmlns:a16="http://schemas.microsoft.com/office/drawing/2014/main" id="{E5B4F92E-69EB-5758-83D0-233A0608315A}"/>
              </a:ext>
            </a:extLst>
          </p:cNvPr>
          <p:cNvSpPr/>
          <p:nvPr/>
        </p:nvSpPr>
        <p:spPr>
          <a:xfrm>
            <a:off x="1645920" y="2377440"/>
            <a:ext cx="8229600" cy="9525"/>
          </a:xfrm>
          <a:prstGeom prst="rect">
            <a:avLst/>
          </a:pr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9" name="TextBox 8">
            <a:extLst>
              <a:ext uri="{FF2B5EF4-FFF2-40B4-BE49-F238E27FC236}">
                <a16:creationId xmlns:a16="http://schemas.microsoft.com/office/drawing/2014/main" id="{50164614-1E80-AEF7-55C3-27B03E95E19D}"/>
              </a:ext>
            </a:extLst>
          </p:cNvPr>
          <p:cNvSpPr txBox="1"/>
          <p:nvPr/>
        </p:nvSpPr>
        <p:spPr>
          <a:xfrm>
            <a:off x="731520" y="2560320"/>
            <a:ext cx="731520" cy="548640"/>
          </a:xfrm>
          <a:prstGeom prst="rect">
            <a:avLst/>
          </a:prstGeom>
          <a:noFill/>
        </p:spPr>
        <p:txBody>
          <a:bodyPr wrap="square">
            <a:noAutofit/>
          </a:bodyPr>
          <a:lstStyle/>
          <a:p>
            <a:pPr algn="l">
              <a:defRPr sz="2800" b="1">
                <a:solidFill>
                  <a:srgbClr val="4A9ECF"/>
                </a:solidFill>
                <a:latin typeface="Calibri"/>
              </a:defRPr>
            </a:pPr>
            <a:r>
              <a:rPr>
                <a:latin typeface="Helvetica Neue" panose="02000503000000020004" pitchFamily="2" charset="0"/>
                <a:ea typeface="Helvetica Neue" panose="02000503000000020004" pitchFamily="2" charset="0"/>
                <a:cs typeface="Helvetica Neue" panose="02000503000000020004" pitchFamily="2" charset="0"/>
              </a:rPr>
              <a:t>02</a:t>
            </a:r>
          </a:p>
        </p:txBody>
      </p:sp>
      <p:sp>
        <p:nvSpPr>
          <p:cNvPr id="10" name="TextBox 9">
            <a:extLst>
              <a:ext uri="{FF2B5EF4-FFF2-40B4-BE49-F238E27FC236}">
                <a16:creationId xmlns:a16="http://schemas.microsoft.com/office/drawing/2014/main" id="{29FFD063-7BB9-CACD-323D-1570F96DFD4D}"/>
              </a:ext>
            </a:extLst>
          </p:cNvPr>
          <p:cNvSpPr txBox="1"/>
          <p:nvPr/>
        </p:nvSpPr>
        <p:spPr>
          <a:xfrm>
            <a:off x="1645920" y="2560320"/>
            <a:ext cx="5486400" cy="457200"/>
          </a:xfrm>
          <a:prstGeom prst="rect">
            <a:avLst/>
          </a:prstGeom>
          <a:noFill/>
        </p:spPr>
        <p:txBody>
          <a:bodyPr wrap="square" lIns="91440" tIns="45720" rIns="91440" bIns="45720" anchor="t">
            <a:noAutofit/>
          </a:bodyPr>
          <a:lstStyle/>
          <a:p>
            <a:pPr>
              <a:defRPr sz="2000" b="1">
                <a:solidFill>
                  <a:srgbClr val="002240"/>
                </a:solidFill>
                <a:latin typeface="Calibri"/>
              </a:defRPr>
            </a:pPr>
            <a:r>
              <a:rPr lang="en-GB" dirty="0">
                <a:latin typeface="Helvetica Neue"/>
                <a:ea typeface="Helvetica Neue" panose="02000503000000020004" pitchFamily="2" charset="0"/>
                <a:cs typeface="Helvetica Neue" panose="02000503000000020004" pitchFamily="2" charset="0"/>
              </a:rPr>
              <a:t>CLASSICAL ML APPROACH</a:t>
            </a:r>
            <a:endParaRPr lang="en-US" dirty="0">
              <a:latin typeface="Helvetica Neue"/>
              <a:ea typeface="Helvetica Neue" panose="02000503000000020004" pitchFamily="2" charset="0"/>
              <a:cs typeface="Helvetica Neue" panose="02000503000000020004" pitchFamily="2" charset="0"/>
            </a:endParaRPr>
          </a:p>
        </p:txBody>
      </p:sp>
      <p:sp>
        <p:nvSpPr>
          <p:cNvPr id="12" name="Rectangle 11">
            <a:extLst>
              <a:ext uri="{FF2B5EF4-FFF2-40B4-BE49-F238E27FC236}">
                <a16:creationId xmlns:a16="http://schemas.microsoft.com/office/drawing/2014/main" id="{7B74F7DC-85DC-6C8C-9E87-7B10266E3669}"/>
              </a:ext>
            </a:extLst>
          </p:cNvPr>
          <p:cNvSpPr/>
          <p:nvPr/>
        </p:nvSpPr>
        <p:spPr>
          <a:xfrm>
            <a:off x="1645920" y="3474720"/>
            <a:ext cx="8229600" cy="9525"/>
          </a:xfrm>
          <a:prstGeom prst="rect">
            <a:avLst/>
          </a:pr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3" name="TextBox 12">
            <a:extLst>
              <a:ext uri="{FF2B5EF4-FFF2-40B4-BE49-F238E27FC236}">
                <a16:creationId xmlns:a16="http://schemas.microsoft.com/office/drawing/2014/main" id="{5499E036-CAE5-0E52-877D-F6D950B03AAE}"/>
              </a:ext>
            </a:extLst>
          </p:cNvPr>
          <p:cNvSpPr txBox="1"/>
          <p:nvPr/>
        </p:nvSpPr>
        <p:spPr>
          <a:xfrm>
            <a:off x="731520" y="3657600"/>
            <a:ext cx="731520" cy="548640"/>
          </a:xfrm>
          <a:prstGeom prst="rect">
            <a:avLst/>
          </a:prstGeom>
          <a:noFill/>
        </p:spPr>
        <p:txBody>
          <a:bodyPr wrap="square">
            <a:noAutofit/>
          </a:bodyPr>
          <a:lstStyle/>
          <a:p>
            <a:pPr algn="l">
              <a:defRPr sz="2800" b="1">
                <a:solidFill>
                  <a:srgbClr val="4A9ECF"/>
                </a:solidFill>
                <a:latin typeface="Calibri"/>
              </a:defRPr>
            </a:pPr>
            <a:r>
              <a:rPr>
                <a:latin typeface="Helvetica Neue" panose="02000503000000020004" pitchFamily="2" charset="0"/>
                <a:ea typeface="Helvetica Neue" panose="02000503000000020004" pitchFamily="2" charset="0"/>
                <a:cs typeface="Helvetica Neue" panose="02000503000000020004" pitchFamily="2" charset="0"/>
              </a:rPr>
              <a:t>03</a:t>
            </a:r>
          </a:p>
        </p:txBody>
      </p:sp>
      <p:sp>
        <p:nvSpPr>
          <p:cNvPr id="14" name="TextBox 13">
            <a:extLst>
              <a:ext uri="{FF2B5EF4-FFF2-40B4-BE49-F238E27FC236}">
                <a16:creationId xmlns:a16="http://schemas.microsoft.com/office/drawing/2014/main" id="{32F8D208-4B61-69BF-E242-3E5BA8D2AB68}"/>
              </a:ext>
            </a:extLst>
          </p:cNvPr>
          <p:cNvSpPr txBox="1"/>
          <p:nvPr/>
        </p:nvSpPr>
        <p:spPr>
          <a:xfrm>
            <a:off x="1645920" y="3657600"/>
            <a:ext cx="5486400" cy="457200"/>
          </a:xfrm>
          <a:prstGeom prst="rect">
            <a:avLst/>
          </a:prstGeom>
          <a:noFill/>
        </p:spPr>
        <p:txBody>
          <a:bodyPr wrap="square" lIns="91440" tIns="45720" rIns="91440" bIns="45720" anchor="t">
            <a:noAutofit/>
          </a:bodyPr>
          <a:lstStyle/>
          <a:p>
            <a:pPr>
              <a:defRPr sz="2000" b="1">
                <a:solidFill>
                  <a:srgbClr val="002240"/>
                </a:solidFill>
                <a:latin typeface="Calibri"/>
              </a:defRPr>
            </a:pPr>
            <a:r>
              <a:rPr lang="en-GB" dirty="0">
                <a:latin typeface="Helvetica Neue"/>
              </a:rPr>
              <a:t>MULTI-AGENT APPROACH </a:t>
            </a:r>
            <a:endParaRPr lang="en-US" dirty="0"/>
          </a:p>
        </p:txBody>
      </p:sp>
      <p:sp>
        <p:nvSpPr>
          <p:cNvPr id="15" name="TextBox 14">
            <a:extLst>
              <a:ext uri="{FF2B5EF4-FFF2-40B4-BE49-F238E27FC236}">
                <a16:creationId xmlns:a16="http://schemas.microsoft.com/office/drawing/2014/main" id="{C35D35A7-B900-55B3-5E60-A0C13DEAAC90}"/>
              </a:ext>
            </a:extLst>
          </p:cNvPr>
          <p:cNvSpPr txBox="1"/>
          <p:nvPr/>
        </p:nvSpPr>
        <p:spPr>
          <a:xfrm>
            <a:off x="1645920" y="4069080"/>
            <a:ext cx="8550132" cy="365760"/>
          </a:xfrm>
          <a:prstGeom prst="rect">
            <a:avLst/>
          </a:prstGeom>
          <a:noFill/>
        </p:spPr>
        <p:txBody>
          <a:bodyPr wrap="square" lIns="91440" tIns="45720" rIns="91440" bIns="45720" anchor="t">
            <a:noAutofit/>
          </a:bodyPr>
          <a:lstStyle>
            <a:defPPr>
              <a:defRPr lang="en-US"/>
            </a:defPPr>
            <a:lvl1pPr>
              <a:defRPr sz="1300" b="0">
                <a:solidFill>
                  <a:schemeClr val="tx2"/>
                </a:solidFill>
                <a:latin typeface="Helvetica Neue"/>
              </a:defRPr>
            </a:lvl1pPr>
          </a:lstStyle>
          <a:p>
            <a:r>
              <a:rPr lang="en-GB" dirty="0" err="1"/>
              <a:t>LangGraph</a:t>
            </a:r>
            <a:r>
              <a:rPr lang="en-GB" dirty="0"/>
              <a:t> Architecture, Agent Performance &amp; Report Quality</a:t>
            </a:r>
            <a:endParaRPr lang="en-US" dirty="0"/>
          </a:p>
        </p:txBody>
      </p:sp>
      <p:sp>
        <p:nvSpPr>
          <p:cNvPr id="16" name="Rectangle 15">
            <a:extLst>
              <a:ext uri="{FF2B5EF4-FFF2-40B4-BE49-F238E27FC236}">
                <a16:creationId xmlns:a16="http://schemas.microsoft.com/office/drawing/2014/main" id="{D5439A41-04B4-2277-1D2D-52F255D330BA}"/>
              </a:ext>
            </a:extLst>
          </p:cNvPr>
          <p:cNvSpPr/>
          <p:nvPr/>
        </p:nvSpPr>
        <p:spPr>
          <a:xfrm>
            <a:off x="1645920" y="4572000"/>
            <a:ext cx="8229600" cy="9525"/>
          </a:xfrm>
          <a:prstGeom prst="rect">
            <a:avLst/>
          </a:pr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7" name="TextBox 16">
            <a:extLst>
              <a:ext uri="{FF2B5EF4-FFF2-40B4-BE49-F238E27FC236}">
                <a16:creationId xmlns:a16="http://schemas.microsoft.com/office/drawing/2014/main" id="{F3F36324-A77E-A2F0-07A1-1791AB9778D3}"/>
              </a:ext>
            </a:extLst>
          </p:cNvPr>
          <p:cNvSpPr txBox="1"/>
          <p:nvPr/>
        </p:nvSpPr>
        <p:spPr>
          <a:xfrm>
            <a:off x="731520" y="4754879"/>
            <a:ext cx="731520" cy="548640"/>
          </a:xfrm>
          <a:prstGeom prst="rect">
            <a:avLst/>
          </a:prstGeom>
          <a:noFill/>
        </p:spPr>
        <p:txBody>
          <a:bodyPr wrap="square">
            <a:noAutofit/>
          </a:bodyPr>
          <a:lstStyle/>
          <a:p>
            <a:pPr algn="l">
              <a:defRPr sz="2800" b="1">
                <a:solidFill>
                  <a:srgbClr val="4A9ECF"/>
                </a:solidFill>
                <a:latin typeface="Calibri"/>
              </a:defRPr>
            </a:pPr>
            <a:r>
              <a:rPr>
                <a:latin typeface="Helvetica Neue" panose="02000503000000020004" pitchFamily="2" charset="0"/>
                <a:ea typeface="Helvetica Neue" panose="02000503000000020004" pitchFamily="2" charset="0"/>
                <a:cs typeface="Helvetica Neue" panose="02000503000000020004" pitchFamily="2" charset="0"/>
              </a:rPr>
              <a:t>04</a:t>
            </a:r>
          </a:p>
        </p:txBody>
      </p:sp>
      <p:sp>
        <p:nvSpPr>
          <p:cNvPr id="18" name="TextBox 17">
            <a:extLst>
              <a:ext uri="{FF2B5EF4-FFF2-40B4-BE49-F238E27FC236}">
                <a16:creationId xmlns:a16="http://schemas.microsoft.com/office/drawing/2014/main" id="{1C7AF36A-F7AE-BEB0-1D97-866CC5D866FD}"/>
              </a:ext>
            </a:extLst>
          </p:cNvPr>
          <p:cNvSpPr txBox="1"/>
          <p:nvPr/>
        </p:nvSpPr>
        <p:spPr>
          <a:xfrm>
            <a:off x="1645920" y="4754879"/>
            <a:ext cx="5486400" cy="457200"/>
          </a:xfrm>
          <a:prstGeom prst="rect">
            <a:avLst/>
          </a:prstGeom>
          <a:noFill/>
        </p:spPr>
        <p:txBody>
          <a:bodyPr wrap="square" lIns="91440" tIns="45720" rIns="91440" bIns="45720" anchor="t">
            <a:noAutofit/>
          </a:bodyPr>
          <a:lstStyle>
            <a:defPPr>
              <a:defRPr lang="en-US"/>
            </a:defPPr>
            <a:lvl1pPr>
              <a:defRPr sz="2000" b="1">
                <a:solidFill>
                  <a:srgbClr val="002240"/>
                </a:solidFill>
                <a:latin typeface="Helvetica Neue"/>
              </a:defRPr>
            </a:lvl1pPr>
          </a:lstStyle>
          <a:p>
            <a:r>
              <a:rPr lang="en-GB" dirty="0"/>
              <a:t>COMPARISON &amp; NEXT STEPS</a:t>
            </a:r>
            <a:endParaRPr lang="ru-KZ" dirty="0"/>
          </a:p>
        </p:txBody>
      </p:sp>
      <p:sp>
        <p:nvSpPr>
          <p:cNvPr id="19" name="TextBox 18">
            <a:extLst>
              <a:ext uri="{FF2B5EF4-FFF2-40B4-BE49-F238E27FC236}">
                <a16:creationId xmlns:a16="http://schemas.microsoft.com/office/drawing/2014/main" id="{8750904B-05D7-7E46-B4AD-A12E7A60995A}"/>
              </a:ext>
            </a:extLst>
          </p:cNvPr>
          <p:cNvSpPr txBox="1"/>
          <p:nvPr/>
        </p:nvSpPr>
        <p:spPr>
          <a:xfrm>
            <a:off x="1645920" y="5166359"/>
            <a:ext cx="7315200" cy="365760"/>
          </a:xfrm>
          <a:prstGeom prst="rect">
            <a:avLst/>
          </a:prstGeom>
          <a:noFill/>
        </p:spPr>
        <p:txBody>
          <a:bodyPr wrap="square" lIns="91440" tIns="45720" rIns="91440" bIns="45720" anchor="t">
            <a:noAutofit/>
          </a:bodyPr>
          <a:lstStyle>
            <a:defPPr>
              <a:defRPr lang="en-US"/>
            </a:defPPr>
            <a:lvl1pPr>
              <a:defRPr sz="1300" b="0">
                <a:solidFill>
                  <a:schemeClr val="tx2"/>
                </a:solidFill>
                <a:latin typeface="Helvetica Neue"/>
              </a:defRPr>
            </a:lvl1pPr>
          </a:lstStyle>
          <a:p>
            <a:r>
              <a:rPr lang="en-GB" dirty="0"/>
              <a:t>Head-to-Head Comparison, Limitations &amp; Risks, Take-Home Message</a:t>
            </a:r>
          </a:p>
        </p:txBody>
      </p:sp>
      <p:sp>
        <p:nvSpPr>
          <p:cNvPr id="20" name="Rectangle 19">
            <a:extLst>
              <a:ext uri="{FF2B5EF4-FFF2-40B4-BE49-F238E27FC236}">
                <a16:creationId xmlns:a16="http://schemas.microsoft.com/office/drawing/2014/main" id="{B1FBBE33-0E58-1F18-B4C2-94214FE31B6F}"/>
              </a:ext>
            </a:extLst>
          </p:cNvPr>
          <p:cNvSpPr/>
          <p:nvPr/>
        </p:nvSpPr>
        <p:spPr>
          <a:xfrm>
            <a:off x="548640" y="6355080"/>
            <a:ext cx="11094415" cy="9525"/>
          </a:xfrm>
          <a:prstGeom prst="rect">
            <a:avLst/>
          </a:prstGeom>
          <a:solidFill>
            <a:srgbClr val="E0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luiss_logo.png">
            <a:extLst>
              <a:ext uri="{FF2B5EF4-FFF2-40B4-BE49-F238E27FC236}">
                <a16:creationId xmlns:a16="http://schemas.microsoft.com/office/drawing/2014/main" id="{D0C4D82D-4647-2FBC-85AC-4426155BBF27}"/>
              </a:ext>
            </a:extLst>
          </p:cNvPr>
          <p:cNvPicPr>
            <a:picLocks noChangeAspect="1"/>
          </p:cNvPicPr>
          <p:nvPr/>
        </p:nvPicPr>
        <p:blipFill>
          <a:blip r:embed="rId2"/>
          <a:stretch>
            <a:fillRect/>
          </a:stretch>
        </p:blipFill>
        <p:spPr>
          <a:xfrm>
            <a:off x="548640" y="6464808"/>
            <a:ext cx="1109892" cy="201168"/>
          </a:xfrm>
          <a:prstGeom prst="rect">
            <a:avLst/>
          </a:prstGeom>
        </p:spPr>
      </p:pic>
      <p:sp>
        <p:nvSpPr>
          <p:cNvPr id="25" name="Slide Number Placeholder 24">
            <a:extLst>
              <a:ext uri="{FF2B5EF4-FFF2-40B4-BE49-F238E27FC236}">
                <a16:creationId xmlns:a16="http://schemas.microsoft.com/office/drawing/2014/main" id="{E21BFC59-0B61-E02D-015C-744CF28CC6E5}"/>
              </a:ext>
            </a:extLst>
          </p:cNvPr>
          <p:cNvSpPr>
            <a:spLocks noGrp="1"/>
          </p:cNvSpPr>
          <p:nvPr>
            <p:ph type="sldNum" sz="quarter" idx="12"/>
          </p:nvPr>
        </p:nvSpPr>
        <p:spPr>
          <a:xfrm>
            <a:off x="9601200" y="6356350"/>
            <a:ext cx="2133600" cy="365125"/>
          </a:xfrm>
        </p:spPr>
        <p:txBody>
          <a:bodyPr/>
          <a:lstStyle/>
          <a:p>
            <a:fld id="{C1FF6DA9-008F-8B48-92A6-B652298478BF}" type="slidenum">
              <a:rPr lang="en-US" smtClean="0"/>
              <a:t>2</a:t>
            </a:fld>
            <a:endParaRPr lang="en-US"/>
          </a:p>
        </p:txBody>
      </p:sp>
      <p:sp>
        <p:nvSpPr>
          <p:cNvPr id="26" name="TextBox 25">
            <a:extLst>
              <a:ext uri="{FF2B5EF4-FFF2-40B4-BE49-F238E27FC236}">
                <a16:creationId xmlns:a16="http://schemas.microsoft.com/office/drawing/2014/main" id="{DDDA4D12-18CD-9974-0E90-259792D58A48}"/>
              </a:ext>
            </a:extLst>
          </p:cNvPr>
          <p:cNvSpPr txBox="1"/>
          <p:nvPr/>
        </p:nvSpPr>
        <p:spPr>
          <a:xfrm>
            <a:off x="1658532" y="2971800"/>
            <a:ext cx="7315200" cy="365760"/>
          </a:xfrm>
          <a:prstGeom prst="rect">
            <a:avLst/>
          </a:prstGeom>
          <a:noFill/>
        </p:spPr>
        <p:txBody>
          <a:bodyPr wrap="square" lIns="91440" tIns="45720" rIns="91440" bIns="45720" anchor="t">
            <a:noAutofit/>
          </a:bodyPr>
          <a:lstStyle>
            <a:defPPr>
              <a:defRPr lang="en-US"/>
            </a:defPPr>
            <a:lvl1pPr>
              <a:defRPr sz="1300" b="0">
                <a:solidFill>
                  <a:schemeClr val="tx2"/>
                </a:solidFill>
                <a:latin typeface="Helvetica Neue"/>
              </a:defRPr>
            </a:lvl1pPr>
          </a:lstStyle>
          <a:p>
            <a:r>
              <a:rPr lang="en-GB" dirty="0"/>
              <a:t>Feature Engineering &amp; Detection Strategy, Results &amp; Performance</a:t>
            </a:r>
            <a:endParaRPr lang="en-US" dirty="0"/>
          </a:p>
        </p:txBody>
      </p:sp>
    </p:spTree>
    <p:extLst>
      <p:ext uri="{BB962C8B-B14F-4D97-AF65-F5344CB8AC3E}">
        <p14:creationId xmlns:p14="http://schemas.microsoft.com/office/powerpoint/2010/main" val="3225831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224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6576"/>
          </a:xfrm>
          <a:prstGeom prst="rect">
            <a:avLst/>
          </a:prstGeom>
          <a:solidFill>
            <a:srgbClr val="4A9E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3108960"/>
            <a:ext cx="1828800" cy="9525"/>
          </a:xfrm>
          <a:prstGeom prst="rect">
            <a:avLst/>
          </a:prstGeom>
          <a:solidFill>
            <a:srgbClr val="4A9E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 name="Rectangle 6"/>
          <p:cNvSpPr/>
          <p:nvPr/>
        </p:nvSpPr>
        <p:spPr>
          <a:xfrm>
            <a:off x="12118543" y="0"/>
            <a:ext cx="73152" cy="6858000"/>
          </a:xfrm>
          <a:prstGeom prst="rect">
            <a:avLst/>
          </a:prstGeom>
          <a:solidFill>
            <a:srgbClr val="4A9E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luiss_logo_white.png">
            <a:extLst>
              <a:ext uri="{FF2B5EF4-FFF2-40B4-BE49-F238E27FC236}">
                <a16:creationId xmlns:a16="http://schemas.microsoft.com/office/drawing/2014/main" id="{9E8AE9ED-3682-ECA6-F3E3-2FCEFF218689}"/>
              </a:ext>
            </a:extLst>
          </p:cNvPr>
          <p:cNvPicPr>
            <a:picLocks noChangeAspect="1"/>
          </p:cNvPicPr>
          <p:nvPr/>
        </p:nvPicPr>
        <p:blipFill>
          <a:blip r:embed="rId2"/>
          <a:stretch>
            <a:fillRect/>
          </a:stretch>
        </p:blipFill>
        <p:spPr>
          <a:xfrm>
            <a:off x="548640" y="6464807"/>
            <a:ext cx="1109888" cy="201167"/>
          </a:xfrm>
          <a:prstGeom prst="rect">
            <a:avLst/>
          </a:prstGeom>
        </p:spPr>
      </p:pic>
      <p:sp>
        <p:nvSpPr>
          <p:cNvPr id="8" name="Slide Number Placeholder 7">
            <a:extLst>
              <a:ext uri="{FF2B5EF4-FFF2-40B4-BE49-F238E27FC236}">
                <a16:creationId xmlns:a16="http://schemas.microsoft.com/office/drawing/2014/main" id="{110B9AF6-16DD-FCB0-69E5-153CB3985027}"/>
              </a:ext>
            </a:extLst>
          </p:cNvPr>
          <p:cNvSpPr>
            <a:spLocks noGrp="1"/>
          </p:cNvSpPr>
          <p:nvPr>
            <p:ph type="sldNum" sz="quarter" idx="12"/>
          </p:nvPr>
        </p:nvSpPr>
        <p:spPr>
          <a:xfrm>
            <a:off x="9601200" y="6356350"/>
            <a:ext cx="2133600" cy="365125"/>
          </a:xfrm>
        </p:spPr>
        <p:txBody>
          <a:bodyPr/>
          <a:lstStyle/>
          <a:p>
            <a:fld id="{C1FF6DA9-008F-8B48-92A6-B652298478BF}" type="slidenum">
              <a:rPr lang="en-US" smtClean="0"/>
              <a:pPr/>
              <a:t>3</a:t>
            </a:fld>
            <a:endParaRPr lang="en-US">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1" name="TextBox 10">
            <a:extLst>
              <a:ext uri="{FF2B5EF4-FFF2-40B4-BE49-F238E27FC236}">
                <a16:creationId xmlns:a16="http://schemas.microsoft.com/office/drawing/2014/main" id="{B1D50B09-03D1-E551-7F78-224BA6E4A9AC}"/>
              </a:ext>
            </a:extLst>
          </p:cNvPr>
          <p:cNvSpPr txBox="1"/>
          <p:nvPr/>
        </p:nvSpPr>
        <p:spPr>
          <a:xfrm>
            <a:off x="731520" y="3383280"/>
            <a:ext cx="10850052" cy="1097280"/>
          </a:xfrm>
          <a:prstGeom prst="rect">
            <a:avLst/>
          </a:prstGeom>
          <a:noFill/>
        </p:spPr>
        <p:txBody>
          <a:bodyPr wrap="square">
            <a:noAutofit/>
          </a:bodyPr>
          <a:lstStyle/>
          <a:p>
            <a:pPr>
              <a:defRPr sz="2000" b="1">
                <a:solidFill>
                  <a:srgbClr val="002240"/>
                </a:solidFill>
                <a:latin typeface="Calibri"/>
              </a:defRPr>
            </a:pPr>
            <a:r>
              <a:rPr lang="en-GB" sz="4000" b="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CONTEXT &amp; DATA</a:t>
            </a:r>
            <a:endParaRPr lang="en-GB" sz="40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3" name="TextBox 12">
            <a:extLst>
              <a:ext uri="{FF2B5EF4-FFF2-40B4-BE49-F238E27FC236}">
                <a16:creationId xmlns:a16="http://schemas.microsoft.com/office/drawing/2014/main" id="{4A4D09E7-FFD2-B3F4-12F4-4B3DAC4AB9AE}"/>
              </a:ext>
            </a:extLst>
          </p:cNvPr>
          <p:cNvSpPr txBox="1"/>
          <p:nvPr/>
        </p:nvSpPr>
        <p:spPr>
          <a:xfrm>
            <a:off x="731520" y="4572000"/>
            <a:ext cx="10530840" cy="548640"/>
          </a:xfrm>
          <a:prstGeom prst="rect">
            <a:avLst/>
          </a:prstGeom>
          <a:noFill/>
        </p:spPr>
        <p:txBody>
          <a:bodyPr wrap="square">
            <a:noAutofit/>
          </a:bodyPr>
          <a:lstStyle/>
          <a:p>
            <a:pPr>
              <a:lnSpc>
                <a:spcPct val="150000"/>
              </a:lnSpc>
            </a:pPr>
            <a:r>
              <a:rPr lang="en-GB" sz="1600" dirty="0">
                <a:solidFill>
                  <a:srgbClr val="94A7C8"/>
                </a:solidFill>
                <a:latin typeface="Helvetica Neue" pitchFamily="34" charset="0"/>
                <a:ea typeface="Helvetica Neue" pitchFamily="34" charset="-122"/>
                <a:cs typeface="Helvetica Neue" pitchFamily="34" charset="-120"/>
              </a:rPr>
              <a:t>Business Context &amp; Relevance, Data Overview &amp; Key Insights</a:t>
            </a:r>
          </a:p>
        </p:txBody>
      </p:sp>
      <p:sp>
        <p:nvSpPr>
          <p:cNvPr id="14" name="TextBox 13">
            <a:extLst>
              <a:ext uri="{FF2B5EF4-FFF2-40B4-BE49-F238E27FC236}">
                <a16:creationId xmlns:a16="http://schemas.microsoft.com/office/drawing/2014/main" id="{FE18BD4E-E838-A29F-446D-3FE3764DB4A5}"/>
              </a:ext>
            </a:extLst>
          </p:cNvPr>
          <p:cNvSpPr txBox="1"/>
          <p:nvPr/>
        </p:nvSpPr>
        <p:spPr>
          <a:xfrm>
            <a:off x="731520" y="1828800"/>
            <a:ext cx="3098358" cy="914400"/>
          </a:xfrm>
          <a:prstGeom prst="rect">
            <a:avLst/>
          </a:prstGeom>
          <a:noFill/>
        </p:spPr>
        <p:txBody>
          <a:bodyPr wrap="square">
            <a:noAutofit/>
          </a:bodyPr>
          <a:lstStyle/>
          <a:p>
            <a:pPr algn="l">
              <a:defRPr sz="6400" b="1">
                <a:solidFill>
                  <a:srgbClr val="4A9ECF"/>
                </a:solidFill>
                <a:latin typeface="Calibri"/>
              </a:defRPr>
            </a:pPr>
            <a:r>
              <a:rPr lang="fr-BE" err="1">
                <a:latin typeface="Helvetica Neue" panose="02000503000000020004" pitchFamily="2" charset="0"/>
                <a:ea typeface="Helvetica Neue" panose="02000503000000020004" pitchFamily="2" charset="0"/>
                <a:cs typeface="Helvetica Neue" panose="02000503000000020004" pitchFamily="2" charset="0"/>
              </a:rPr>
              <a:t>Act</a:t>
            </a:r>
            <a:r>
              <a:rPr lang="fr-BE">
                <a:latin typeface="Helvetica Neue" panose="02000503000000020004" pitchFamily="2" charset="0"/>
                <a:ea typeface="Helvetica Neue" panose="02000503000000020004" pitchFamily="2" charset="0"/>
                <a:cs typeface="Helvetica Neue" panose="02000503000000020004" pitchFamily="2" charset="0"/>
              </a:rPr>
              <a:t> </a:t>
            </a:r>
            <a:r>
              <a:rPr>
                <a:latin typeface="Helvetica Neue" panose="02000503000000020004" pitchFamily="2" charset="0"/>
                <a:ea typeface="Helvetica Neue" panose="02000503000000020004" pitchFamily="2" charset="0"/>
                <a:cs typeface="Helvetica Neue" panose="02000503000000020004" pitchFamily="2" charset="0"/>
              </a:rPr>
              <a:t>0</a:t>
            </a:r>
            <a:r>
              <a:rPr lang="fr-BE">
                <a:latin typeface="Helvetica Neue" panose="02000503000000020004" pitchFamily="2" charset="0"/>
                <a:ea typeface="Helvetica Neue" panose="02000503000000020004" pitchFamily="2" charset="0"/>
                <a:cs typeface="Helvetica Neue" panose="02000503000000020004" pitchFamily="2" charset="0"/>
              </a:rPr>
              <a:t>1</a:t>
            </a:r>
            <a:endParaRPr>
              <a:latin typeface="Helvetica Neue" panose="02000503000000020004" pitchFamily="2" charset="0"/>
              <a:ea typeface="Helvetica Neue" panose="02000503000000020004" pitchFamily="2" charset="0"/>
              <a:cs typeface="Helvetica Neue" panose="02000503000000020004" pitchFamily="2"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6302F-9AD1-7342-D7A0-4C002211990E}"/>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F489800-0A0A-CDB9-7F40-1A828D659EEE}"/>
              </a:ext>
            </a:extLst>
          </p:cNvPr>
          <p:cNvGraphicFramePr>
            <a:graphicFrameLocks/>
          </p:cNvGraphicFramePr>
          <p:nvPr/>
        </p:nvGraphicFramePr>
        <p:xfrm>
          <a:off x="2118" y="2118"/>
          <a:ext cx="1636" cy="2117"/>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think-cell data - do not delete" hidden="1">
                        <a:extLst>
                          <a:ext uri="{FF2B5EF4-FFF2-40B4-BE49-F238E27FC236}">
                            <a16:creationId xmlns:a16="http://schemas.microsoft.com/office/drawing/2014/main" id="{AF489800-0A0A-CDB9-7F40-1A828D659EEE}"/>
                          </a:ext>
                        </a:extLst>
                      </p:cNvPr>
                      <p:cNvPicPr/>
                      <p:nvPr/>
                    </p:nvPicPr>
                    <p:blipFill>
                      <a:blip r:embed="rId4"/>
                      <a:stretch>
                        <a:fillRect/>
                      </a:stretch>
                    </p:blipFill>
                    <p:spPr>
                      <a:xfrm>
                        <a:off x="2118" y="2118"/>
                        <a:ext cx="1636" cy="2117"/>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730760B1-86FC-3648-6C93-CE0BB47AF454}"/>
              </a:ext>
            </a:extLst>
          </p:cNvPr>
          <p:cNvSpPr/>
          <p:nvPr/>
        </p:nvSpPr>
        <p:spPr>
          <a:xfrm>
            <a:off x="548640" y="6355080"/>
            <a:ext cx="11094415" cy="9525"/>
          </a:xfrm>
          <a:prstGeom prst="rect">
            <a:avLst/>
          </a:prstGeom>
          <a:solidFill>
            <a:srgbClr val="E0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 name="Slide Number Placeholder 22">
            <a:extLst>
              <a:ext uri="{FF2B5EF4-FFF2-40B4-BE49-F238E27FC236}">
                <a16:creationId xmlns:a16="http://schemas.microsoft.com/office/drawing/2014/main" id="{DD0B0649-6EBE-9392-8491-F4ACD41E87FC}"/>
              </a:ext>
            </a:extLst>
          </p:cNvPr>
          <p:cNvSpPr txBox="1">
            <a:spLocks/>
          </p:cNvSpPr>
          <p:nvPr/>
        </p:nvSpPr>
        <p:spPr>
          <a:xfrm>
            <a:off x="9601200" y="6356350"/>
            <a:ext cx="2133600" cy="365125"/>
          </a:xfrm>
          <a:prstGeom prst="rect">
            <a:avLst/>
          </a:prstGeom>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C1FF6DA9-008F-8B48-92A6-B652298478BF}" type="slidenum">
              <a:rPr lang="en-US" sz="1200" smtClean="0">
                <a:solidFill>
                  <a:schemeClr val="bg1">
                    <a:lumMod val="65000"/>
                  </a:schemeClr>
                </a:solidFill>
                <a:latin typeface="Helvetica Neue" panose="02000503000000020004" pitchFamily="2" charset="0"/>
                <a:ea typeface="Helvetica Neue" panose="02000503000000020004" pitchFamily="2" charset="0"/>
                <a:cs typeface="Helvetica Neue" panose="02000503000000020004" pitchFamily="2" charset="0"/>
              </a:rPr>
              <a:pPr algn="r"/>
              <a:t>4</a:t>
            </a:fld>
            <a:endParaRPr lang="en-US" sz="1200">
              <a:solidFill>
                <a:schemeClr val="bg1">
                  <a:lumMod val="65000"/>
                </a:schemeClr>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6" name="Text 2">
            <a:extLst>
              <a:ext uri="{FF2B5EF4-FFF2-40B4-BE49-F238E27FC236}">
                <a16:creationId xmlns:a16="http://schemas.microsoft.com/office/drawing/2014/main" id="{FC7EC827-5CB8-B1DB-3C37-D1FD50124015}"/>
              </a:ext>
            </a:extLst>
          </p:cNvPr>
          <p:cNvSpPr/>
          <p:nvPr/>
        </p:nvSpPr>
        <p:spPr>
          <a:xfrm>
            <a:off x="731520" y="243840"/>
            <a:ext cx="10363200" cy="548640"/>
          </a:xfrm>
          <a:prstGeom prst="rect">
            <a:avLst/>
          </a:prstGeom>
          <a:noFill/>
          <a:ln/>
        </p:spPr>
        <p:txBody>
          <a:bodyPr wrap="square" lIns="0" tIns="0" rIns="0" bIns="0" rtlCol="0" anchor="ctr"/>
          <a:lstStyle/>
          <a:p>
            <a:r>
              <a:rPr lang="en-GB" sz="2500" b="1" dirty="0">
                <a:solidFill>
                  <a:srgbClr val="1B2A4A"/>
                </a:solidFill>
                <a:latin typeface="Georgia" panose="02040502050405020303" pitchFamily="18" charset="0"/>
                <a:ea typeface="Helvetica Neue" panose="02000503000000020004" pitchFamily="2" charset="0"/>
                <a:cs typeface="Helvetica Neue" panose="02000503000000020004" pitchFamily="2" charset="0"/>
              </a:rPr>
              <a:t>Reactive border control detection leaves security gaps that a data-driven system can close</a:t>
            </a:r>
            <a:endParaRPr lang="en-US" sz="2500" b="1" dirty="0">
              <a:solidFill>
                <a:srgbClr val="1B2A4A"/>
              </a:solidFill>
              <a:latin typeface="Georgia" panose="02040502050405020303" pitchFamily="18" charset="0"/>
              <a:ea typeface="Helvetica Neue" panose="02000503000000020004" pitchFamily="2" charset="0"/>
              <a:cs typeface="Helvetica Neue" panose="02000503000000020004" pitchFamily="2" charset="0"/>
            </a:endParaRPr>
          </a:p>
        </p:txBody>
      </p:sp>
      <p:sp>
        <p:nvSpPr>
          <p:cNvPr id="44" name="Text 3">
            <a:extLst>
              <a:ext uri="{FF2B5EF4-FFF2-40B4-BE49-F238E27FC236}">
                <a16:creationId xmlns:a16="http://schemas.microsoft.com/office/drawing/2014/main" id="{62939B41-80EE-4833-0BE1-AD40045D49BD}"/>
              </a:ext>
            </a:extLst>
          </p:cNvPr>
          <p:cNvSpPr/>
          <p:nvPr/>
        </p:nvSpPr>
        <p:spPr>
          <a:xfrm>
            <a:off x="731520" y="911748"/>
            <a:ext cx="10363200" cy="365760"/>
          </a:xfrm>
          <a:prstGeom prst="rect">
            <a:avLst/>
          </a:prstGeom>
          <a:noFill/>
          <a:ln/>
        </p:spPr>
        <p:txBody>
          <a:bodyPr wrap="square" lIns="0" tIns="0" rIns="0" bIns="0" rtlCol="0" anchor="ctr"/>
          <a:lstStyle/>
          <a:p>
            <a:r>
              <a:rPr lang="fr-FR" sz="1600" i="1" dirty="0" err="1">
                <a:solidFill>
                  <a:srgbClr val="475569"/>
                </a:solidFill>
                <a:latin typeface="Helvetica Neue" panose="02000503000000020004" pitchFamily="2" charset="0"/>
                <a:ea typeface="Helvetica Neue" panose="02000503000000020004" pitchFamily="2" charset="0"/>
                <a:cs typeface="Helvetica Neue" panose="02000503000000020004" pitchFamily="2" charset="0"/>
              </a:rPr>
              <a:t>Context</a:t>
            </a:r>
            <a:r>
              <a:rPr lang="fr-FR" sz="1600" i="1" dirty="0">
                <a:solidFill>
                  <a:srgbClr val="475569"/>
                </a:solidFill>
                <a:latin typeface="Helvetica Neue" panose="02000503000000020004" pitchFamily="2" charset="0"/>
                <a:ea typeface="Helvetica Neue" panose="02000503000000020004" pitchFamily="2" charset="0"/>
                <a:cs typeface="Helvetica Neue" panose="02000503000000020004" pitchFamily="2" charset="0"/>
              </a:rPr>
              <a:t>, Mission, Objectives and </a:t>
            </a:r>
            <a:r>
              <a:rPr lang="fr-FR" sz="1600" i="1" dirty="0" err="1">
                <a:solidFill>
                  <a:srgbClr val="475569"/>
                </a:solidFill>
                <a:latin typeface="Helvetica Neue" panose="02000503000000020004" pitchFamily="2" charset="0"/>
                <a:ea typeface="Helvetica Neue" panose="02000503000000020004" pitchFamily="2" charset="0"/>
                <a:cs typeface="Helvetica Neue" panose="02000503000000020004" pitchFamily="2" charset="0"/>
              </a:rPr>
              <a:t>Outcomes</a:t>
            </a:r>
            <a:endParaRPr lang="en-US" sz="1600" i="1" dirty="0">
              <a:solidFill>
                <a:srgbClr val="475569"/>
              </a:solidFill>
              <a:latin typeface="Helvetica Neue" panose="02000503000000020004" pitchFamily="2" charset="0"/>
              <a:ea typeface="Helvetica Neue" panose="02000503000000020004" pitchFamily="2" charset="0"/>
              <a:cs typeface="Helvetica Neue" panose="02000503000000020004" pitchFamily="2" charset="0"/>
            </a:endParaRPr>
          </a:p>
        </p:txBody>
      </p:sp>
      <p:grpSp>
        <p:nvGrpSpPr>
          <p:cNvPr id="104" name="Groupe 46">
            <a:extLst>
              <a:ext uri="{FF2B5EF4-FFF2-40B4-BE49-F238E27FC236}">
                <a16:creationId xmlns:a16="http://schemas.microsoft.com/office/drawing/2014/main" id="{B7EEFF2B-F0E0-E839-FC94-D2F7F3BBB562}"/>
              </a:ext>
            </a:extLst>
          </p:cNvPr>
          <p:cNvGrpSpPr/>
          <p:nvPr/>
        </p:nvGrpSpPr>
        <p:grpSpPr>
          <a:xfrm>
            <a:off x="420974" y="1496051"/>
            <a:ext cx="2681035" cy="4835216"/>
            <a:chOff x="-599328" y="1108820"/>
            <a:chExt cx="3023593" cy="3568186"/>
          </a:xfrm>
        </p:grpSpPr>
        <p:grpSp>
          <p:nvGrpSpPr>
            <p:cNvPr id="105" name="Groupe 5">
              <a:extLst>
                <a:ext uri="{FF2B5EF4-FFF2-40B4-BE49-F238E27FC236}">
                  <a16:creationId xmlns:a16="http://schemas.microsoft.com/office/drawing/2014/main" id="{E8F3DCD0-EE6F-73B2-5CC4-55D1BBF216F6}"/>
                </a:ext>
              </a:extLst>
            </p:cNvPr>
            <p:cNvGrpSpPr/>
            <p:nvPr/>
          </p:nvGrpSpPr>
          <p:grpSpPr>
            <a:xfrm>
              <a:off x="-599328" y="1108820"/>
              <a:ext cx="3023593" cy="3561786"/>
              <a:chOff x="783419" y="1174855"/>
              <a:chExt cx="3465859" cy="3192479"/>
            </a:xfrm>
          </p:grpSpPr>
          <p:sp>
            <p:nvSpPr>
              <p:cNvPr id="107" name="_color1">
                <a:extLst>
                  <a:ext uri="{FF2B5EF4-FFF2-40B4-BE49-F238E27FC236}">
                    <a16:creationId xmlns:a16="http://schemas.microsoft.com/office/drawing/2014/main" id="{B0E839A1-F06E-4FF9-F1EF-F3F0197E578C}"/>
                  </a:ext>
                </a:extLst>
              </p:cNvPr>
              <p:cNvSpPr>
                <a:spLocks noChangeAspect="1"/>
              </p:cNvSpPr>
              <p:nvPr/>
            </p:nvSpPr>
            <p:spPr bwMode="gray">
              <a:xfrm>
                <a:off x="783419" y="3175405"/>
                <a:ext cx="1736066" cy="1191929"/>
              </a:xfrm>
              <a:custGeom>
                <a:avLst/>
                <a:gdLst/>
                <a:ahLst/>
                <a:cxnLst>
                  <a:cxn ang="0">
                    <a:pos x="1776" y="208"/>
                  </a:cxn>
                  <a:cxn ang="0">
                    <a:pos x="684" y="0"/>
                  </a:cxn>
                  <a:cxn ang="0">
                    <a:pos x="412" y="470"/>
                  </a:cxn>
                  <a:cxn ang="0">
                    <a:pos x="294" y="672"/>
                  </a:cxn>
                  <a:cxn ang="0">
                    <a:pos x="0" y="1180"/>
                  </a:cxn>
                  <a:cxn ang="0">
                    <a:pos x="2249" y="1611"/>
                  </a:cxn>
                  <a:cxn ang="0">
                    <a:pos x="2249" y="298"/>
                  </a:cxn>
                  <a:cxn ang="0">
                    <a:pos x="1776" y="208"/>
                  </a:cxn>
                </a:cxnLst>
                <a:rect l="0" t="0" r="r" b="b"/>
                <a:pathLst>
                  <a:path w="2249" h="1611">
                    <a:moveTo>
                      <a:pt x="1776" y="208"/>
                    </a:moveTo>
                    <a:lnTo>
                      <a:pt x="684" y="0"/>
                    </a:lnTo>
                    <a:lnTo>
                      <a:pt x="412" y="470"/>
                    </a:lnTo>
                    <a:lnTo>
                      <a:pt x="294" y="672"/>
                    </a:lnTo>
                    <a:lnTo>
                      <a:pt x="0" y="1180"/>
                    </a:lnTo>
                    <a:lnTo>
                      <a:pt x="2249" y="1611"/>
                    </a:lnTo>
                    <a:lnTo>
                      <a:pt x="2249" y="298"/>
                    </a:lnTo>
                    <a:lnTo>
                      <a:pt x="1776" y="208"/>
                    </a:lnTo>
                    <a:close/>
                  </a:path>
                </a:pathLst>
              </a:custGeom>
              <a:solidFill>
                <a:srgbClr val="086057"/>
              </a:solidFill>
              <a:ln w="6350" cap="flat" cmpd="sng" algn="ctr">
                <a:solidFill>
                  <a:schemeClr val="bg1">
                    <a:lumMod val="100000"/>
                  </a:schemeClr>
                </a:solidFill>
                <a:prstDash val="solid"/>
                <a:round/>
                <a:headEnd type="none" w="med" len="med"/>
                <a:tailEnd type="none" w="med" len="med"/>
              </a:ln>
              <a:effectLst/>
            </p:spPr>
            <p:txBody>
              <a:bodyPr/>
              <a:lstStyle/>
              <a:p>
                <a:pPr defTabSz="914377">
                  <a:lnSpc>
                    <a:spcPct val="95000"/>
                  </a:lnSpc>
                  <a:spcAft>
                    <a:spcPts val="801"/>
                  </a:spcAft>
                  <a:defRPr/>
                </a:pPr>
                <a:endParaRPr lang="en-US" sz="1579" dirty="0">
                  <a:solidFill>
                    <a:prstClr val="black"/>
                  </a:solidFill>
                  <a:latin typeface="Montserrat" pitchFamily="2" charset="77"/>
                </a:endParaRPr>
              </a:p>
            </p:txBody>
          </p:sp>
          <p:sp>
            <p:nvSpPr>
              <p:cNvPr id="108" name="_color1">
                <a:extLst>
                  <a:ext uri="{FF2B5EF4-FFF2-40B4-BE49-F238E27FC236}">
                    <a16:creationId xmlns:a16="http://schemas.microsoft.com/office/drawing/2014/main" id="{E91065A8-C3EA-830F-246F-1FD9B01F3173}"/>
                  </a:ext>
                </a:extLst>
              </p:cNvPr>
              <p:cNvSpPr>
                <a:spLocks noChangeAspect="1"/>
              </p:cNvSpPr>
              <p:nvPr/>
            </p:nvSpPr>
            <p:spPr bwMode="gray">
              <a:xfrm>
                <a:off x="2519485" y="3175405"/>
                <a:ext cx="1729793" cy="1191929"/>
              </a:xfrm>
              <a:custGeom>
                <a:avLst/>
                <a:gdLst/>
                <a:ahLst/>
                <a:cxnLst>
                  <a:cxn ang="0">
                    <a:pos x="1946" y="670"/>
                  </a:cxn>
                  <a:cxn ang="0">
                    <a:pos x="1830" y="468"/>
                  </a:cxn>
                  <a:cxn ang="0">
                    <a:pos x="1558" y="0"/>
                  </a:cxn>
                  <a:cxn ang="0">
                    <a:pos x="470" y="208"/>
                  </a:cxn>
                  <a:cxn ang="0">
                    <a:pos x="0" y="298"/>
                  </a:cxn>
                  <a:cxn ang="0">
                    <a:pos x="0" y="1611"/>
                  </a:cxn>
                  <a:cxn ang="0">
                    <a:pos x="2242" y="1180"/>
                  </a:cxn>
                  <a:cxn ang="0">
                    <a:pos x="1946" y="670"/>
                  </a:cxn>
                </a:cxnLst>
                <a:rect l="0" t="0" r="r" b="b"/>
                <a:pathLst>
                  <a:path w="2242" h="1611">
                    <a:moveTo>
                      <a:pt x="1946" y="670"/>
                    </a:moveTo>
                    <a:lnTo>
                      <a:pt x="1830" y="468"/>
                    </a:lnTo>
                    <a:lnTo>
                      <a:pt x="1558" y="0"/>
                    </a:lnTo>
                    <a:lnTo>
                      <a:pt x="470" y="208"/>
                    </a:lnTo>
                    <a:lnTo>
                      <a:pt x="0" y="298"/>
                    </a:lnTo>
                    <a:lnTo>
                      <a:pt x="0" y="1611"/>
                    </a:lnTo>
                    <a:lnTo>
                      <a:pt x="2242" y="1180"/>
                    </a:lnTo>
                    <a:lnTo>
                      <a:pt x="1946" y="670"/>
                    </a:lnTo>
                    <a:close/>
                  </a:path>
                </a:pathLst>
              </a:custGeom>
              <a:solidFill>
                <a:schemeClr val="accent3"/>
              </a:solidFill>
              <a:ln w="6350" cap="flat" cmpd="sng" algn="ctr">
                <a:solidFill>
                  <a:schemeClr val="bg1">
                    <a:lumMod val="100000"/>
                  </a:schemeClr>
                </a:solidFill>
                <a:prstDash val="solid"/>
                <a:round/>
                <a:headEnd type="none" w="med" len="med"/>
                <a:tailEnd type="none" w="med" len="med"/>
              </a:ln>
              <a:effectLst/>
            </p:spPr>
            <p:txBody>
              <a:bodyPr/>
              <a:lstStyle/>
              <a:p>
                <a:pPr defTabSz="914377">
                  <a:lnSpc>
                    <a:spcPct val="95000"/>
                  </a:lnSpc>
                  <a:spcAft>
                    <a:spcPts val="801"/>
                  </a:spcAft>
                  <a:defRPr/>
                </a:pPr>
                <a:endParaRPr lang="en-US" sz="1579">
                  <a:solidFill>
                    <a:prstClr val="black"/>
                  </a:solidFill>
                  <a:latin typeface="Montserrat" pitchFamily="2" charset="77"/>
                </a:endParaRPr>
              </a:p>
            </p:txBody>
          </p:sp>
          <p:sp>
            <p:nvSpPr>
              <p:cNvPr id="109" name="_color1">
                <a:extLst>
                  <a:ext uri="{FF2B5EF4-FFF2-40B4-BE49-F238E27FC236}">
                    <a16:creationId xmlns:a16="http://schemas.microsoft.com/office/drawing/2014/main" id="{BDE1BB58-0648-E701-A8D8-A85693F9B18E}"/>
                  </a:ext>
                </a:extLst>
              </p:cNvPr>
              <p:cNvSpPr>
                <a:spLocks noChangeAspect="1"/>
              </p:cNvSpPr>
              <p:nvPr/>
            </p:nvSpPr>
            <p:spPr bwMode="gray">
              <a:xfrm>
                <a:off x="783419" y="3729362"/>
                <a:ext cx="1736066" cy="637971"/>
              </a:xfrm>
              <a:custGeom>
                <a:avLst/>
                <a:gdLst/>
                <a:ahLst/>
                <a:cxnLst>
                  <a:cxn ang="0">
                    <a:pos x="0" y="428"/>
                  </a:cxn>
                  <a:cxn ang="0">
                    <a:pos x="2249" y="0"/>
                  </a:cxn>
                  <a:cxn ang="0">
                    <a:pos x="2249" y="859"/>
                  </a:cxn>
                  <a:cxn ang="0">
                    <a:pos x="0" y="428"/>
                  </a:cxn>
                </a:cxnLst>
                <a:rect l="0" t="0" r="r" b="b"/>
                <a:pathLst>
                  <a:path w="2249" h="859">
                    <a:moveTo>
                      <a:pt x="0" y="428"/>
                    </a:moveTo>
                    <a:lnTo>
                      <a:pt x="2249" y="0"/>
                    </a:lnTo>
                    <a:lnTo>
                      <a:pt x="2249" y="859"/>
                    </a:lnTo>
                    <a:lnTo>
                      <a:pt x="0" y="428"/>
                    </a:lnTo>
                    <a:close/>
                  </a:path>
                </a:pathLst>
              </a:custGeom>
              <a:solidFill>
                <a:srgbClr val="00B050"/>
              </a:solidFill>
              <a:ln w="6350" cap="flat" cmpd="sng" algn="ctr">
                <a:solidFill>
                  <a:schemeClr val="bg1">
                    <a:lumMod val="100000"/>
                  </a:schemeClr>
                </a:solidFill>
                <a:prstDash val="solid"/>
                <a:round/>
                <a:headEnd type="none" w="med" len="med"/>
                <a:tailEnd type="none" w="med" len="med"/>
              </a:ln>
              <a:effectLst/>
            </p:spPr>
            <p:txBody>
              <a:bodyPr/>
              <a:lstStyle/>
              <a:p>
                <a:pPr defTabSz="914377">
                  <a:lnSpc>
                    <a:spcPct val="95000"/>
                  </a:lnSpc>
                  <a:spcAft>
                    <a:spcPts val="801"/>
                  </a:spcAft>
                  <a:defRPr/>
                </a:pPr>
                <a:endParaRPr lang="en-US" sz="1579">
                  <a:solidFill>
                    <a:prstClr val="black"/>
                  </a:solidFill>
                  <a:latin typeface="Montserrat" pitchFamily="2" charset="77"/>
                </a:endParaRPr>
              </a:p>
            </p:txBody>
          </p:sp>
          <p:sp>
            <p:nvSpPr>
              <p:cNvPr id="110" name="_color1">
                <a:extLst>
                  <a:ext uri="{FF2B5EF4-FFF2-40B4-BE49-F238E27FC236}">
                    <a16:creationId xmlns:a16="http://schemas.microsoft.com/office/drawing/2014/main" id="{A39113B8-80E0-DAAB-0630-874234E0705B}"/>
                  </a:ext>
                </a:extLst>
              </p:cNvPr>
              <p:cNvSpPr>
                <a:spLocks noChangeAspect="1"/>
              </p:cNvSpPr>
              <p:nvPr/>
            </p:nvSpPr>
            <p:spPr bwMode="gray">
              <a:xfrm>
                <a:off x="2519485" y="3729362"/>
                <a:ext cx="1729793" cy="637971"/>
              </a:xfrm>
              <a:custGeom>
                <a:avLst/>
                <a:gdLst/>
                <a:ahLst/>
                <a:cxnLst>
                  <a:cxn ang="0">
                    <a:pos x="0" y="0"/>
                  </a:cxn>
                  <a:cxn ang="0">
                    <a:pos x="2242" y="428"/>
                  </a:cxn>
                  <a:cxn ang="0">
                    <a:pos x="0" y="859"/>
                  </a:cxn>
                  <a:cxn ang="0">
                    <a:pos x="0" y="0"/>
                  </a:cxn>
                </a:cxnLst>
                <a:rect l="0" t="0" r="r" b="b"/>
                <a:pathLst>
                  <a:path w="2242" h="859">
                    <a:moveTo>
                      <a:pt x="0" y="0"/>
                    </a:moveTo>
                    <a:lnTo>
                      <a:pt x="2242" y="428"/>
                    </a:lnTo>
                    <a:lnTo>
                      <a:pt x="0" y="859"/>
                    </a:lnTo>
                    <a:lnTo>
                      <a:pt x="0" y="0"/>
                    </a:lnTo>
                    <a:close/>
                  </a:path>
                </a:pathLst>
              </a:custGeom>
              <a:solidFill>
                <a:schemeClr val="accent3">
                  <a:lumMod val="60000"/>
                  <a:lumOff val="40000"/>
                </a:schemeClr>
              </a:solidFill>
              <a:ln w="6350" cap="flat" cmpd="sng" algn="ctr">
                <a:solidFill>
                  <a:schemeClr val="bg1">
                    <a:lumMod val="100000"/>
                  </a:schemeClr>
                </a:solidFill>
                <a:prstDash val="solid"/>
                <a:round/>
                <a:headEnd type="none" w="med" len="med"/>
                <a:tailEnd type="none" w="med" len="med"/>
              </a:ln>
              <a:effectLst/>
            </p:spPr>
            <p:txBody>
              <a:bodyPr/>
              <a:lstStyle/>
              <a:p>
                <a:pPr defTabSz="914377">
                  <a:lnSpc>
                    <a:spcPct val="95000"/>
                  </a:lnSpc>
                  <a:spcAft>
                    <a:spcPts val="801"/>
                  </a:spcAft>
                  <a:defRPr/>
                </a:pPr>
                <a:endParaRPr lang="en-US" sz="1579">
                  <a:solidFill>
                    <a:prstClr val="black"/>
                  </a:solidFill>
                  <a:latin typeface="Montserrat" pitchFamily="2" charset="77"/>
                </a:endParaRPr>
              </a:p>
            </p:txBody>
          </p:sp>
          <p:sp>
            <p:nvSpPr>
              <p:cNvPr id="111" name="_color1">
                <a:extLst>
                  <a:ext uri="{FF2B5EF4-FFF2-40B4-BE49-F238E27FC236}">
                    <a16:creationId xmlns:a16="http://schemas.microsoft.com/office/drawing/2014/main" id="{263AA6E8-C521-37B5-F6ED-AAA013DE1D6E}"/>
                  </a:ext>
                </a:extLst>
              </p:cNvPr>
              <p:cNvSpPr>
                <a:spLocks noChangeAspect="1"/>
              </p:cNvSpPr>
              <p:nvPr/>
            </p:nvSpPr>
            <p:spPr bwMode="gray">
              <a:xfrm>
                <a:off x="1310260" y="3107144"/>
                <a:ext cx="2414687" cy="287481"/>
              </a:xfrm>
              <a:custGeom>
                <a:avLst/>
                <a:gdLst/>
                <a:ahLst/>
                <a:cxnLst>
                  <a:cxn ang="0">
                    <a:pos x="0" y="88"/>
                  </a:cxn>
                  <a:cxn ang="0">
                    <a:pos x="470" y="0"/>
                  </a:cxn>
                  <a:cxn ang="0">
                    <a:pos x="1567" y="208"/>
                  </a:cxn>
                  <a:cxn ang="0">
                    <a:pos x="2661" y="0"/>
                  </a:cxn>
                  <a:cxn ang="0">
                    <a:pos x="3129" y="88"/>
                  </a:cxn>
                  <a:cxn ang="0">
                    <a:pos x="1567" y="388"/>
                  </a:cxn>
                  <a:cxn ang="0">
                    <a:pos x="0" y="88"/>
                  </a:cxn>
                </a:cxnLst>
                <a:rect l="0" t="0" r="r" b="b"/>
                <a:pathLst>
                  <a:path w="3129" h="388">
                    <a:moveTo>
                      <a:pt x="0" y="88"/>
                    </a:moveTo>
                    <a:lnTo>
                      <a:pt x="470" y="0"/>
                    </a:lnTo>
                    <a:lnTo>
                      <a:pt x="1567" y="208"/>
                    </a:lnTo>
                    <a:lnTo>
                      <a:pt x="2661" y="0"/>
                    </a:lnTo>
                    <a:lnTo>
                      <a:pt x="3129" y="88"/>
                    </a:lnTo>
                    <a:lnTo>
                      <a:pt x="1567" y="388"/>
                    </a:lnTo>
                    <a:lnTo>
                      <a:pt x="0" y="88"/>
                    </a:lnTo>
                    <a:close/>
                  </a:path>
                </a:pathLst>
              </a:custGeom>
              <a:solidFill>
                <a:srgbClr val="00B050"/>
              </a:solidFill>
              <a:ln w="6350" cap="flat" cmpd="sng" algn="ctr">
                <a:solidFill>
                  <a:schemeClr val="bg1">
                    <a:lumMod val="100000"/>
                  </a:schemeClr>
                </a:solidFill>
                <a:prstDash val="solid"/>
                <a:round/>
                <a:headEnd type="none" w="med" len="med"/>
                <a:tailEnd type="none" w="med" len="med"/>
              </a:ln>
              <a:effectLst/>
            </p:spPr>
            <p:txBody>
              <a:bodyPr/>
              <a:lstStyle/>
              <a:p>
                <a:pPr>
                  <a:lnSpc>
                    <a:spcPct val="95000"/>
                  </a:lnSpc>
                  <a:spcAft>
                    <a:spcPts val="801"/>
                  </a:spcAft>
                </a:pPr>
                <a:endParaRPr lang="en-US" sz="1579">
                  <a:solidFill>
                    <a:prstClr val="black"/>
                  </a:solidFill>
                  <a:latin typeface="Montserrat" pitchFamily="2" charset="77"/>
                </a:endParaRPr>
              </a:p>
            </p:txBody>
          </p:sp>
          <p:sp>
            <p:nvSpPr>
              <p:cNvPr id="112" name="_effect">
                <a:extLst>
                  <a:ext uri="{FF2B5EF4-FFF2-40B4-BE49-F238E27FC236}">
                    <a16:creationId xmlns:a16="http://schemas.microsoft.com/office/drawing/2014/main" id="{9051F56F-A1DC-0873-CC41-E27F0739F192}"/>
                  </a:ext>
                </a:extLst>
              </p:cNvPr>
              <p:cNvSpPr>
                <a:spLocks noChangeAspect="1"/>
              </p:cNvSpPr>
              <p:nvPr/>
            </p:nvSpPr>
            <p:spPr bwMode="gray">
              <a:xfrm>
                <a:off x="1381759" y="2991886"/>
                <a:ext cx="2269178" cy="270158"/>
              </a:xfrm>
              <a:custGeom>
                <a:avLst/>
                <a:gdLst/>
                <a:ahLst/>
                <a:cxnLst>
                  <a:cxn ang="0">
                    <a:pos x="0" y="88"/>
                  </a:cxn>
                  <a:cxn ang="0">
                    <a:pos x="470" y="0"/>
                  </a:cxn>
                  <a:cxn ang="0">
                    <a:pos x="1567" y="208"/>
                  </a:cxn>
                  <a:cxn ang="0">
                    <a:pos x="2661" y="0"/>
                  </a:cxn>
                  <a:cxn ang="0">
                    <a:pos x="3129" y="88"/>
                  </a:cxn>
                  <a:cxn ang="0">
                    <a:pos x="1567" y="388"/>
                  </a:cxn>
                  <a:cxn ang="0">
                    <a:pos x="0" y="88"/>
                  </a:cxn>
                </a:cxnLst>
                <a:rect l="0" t="0" r="r" b="b"/>
                <a:pathLst>
                  <a:path w="3129" h="388">
                    <a:moveTo>
                      <a:pt x="0" y="88"/>
                    </a:moveTo>
                    <a:lnTo>
                      <a:pt x="470" y="0"/>
                    </a:lnTo>
                    <a:lnTo>
                      <a:pt x="1567" y="208"/>
                    </a:lnTo>
                    <a:lnTo>
                      <a:pt x="2661" y="0"/>
                    </a:lnTo>
                    <a:lnTo>
                      <a:pt x="3129" y="88"/>
                    </a:lnTo>
                    <a:lnTo>
                      <a:pt x="1567" y="388"/>
                    </a:lnTo>
                    <a:lnTo>
                      <a:pt x="0" y="88"/>
                    </a:lnTo>
                    <a:close/>
                  </a:path>
                </a:pathLst>
              </a:custGeom>
              <a:solidFill>
                <a:schemeClr val="bg1">
                  <a:lumMod val="85000"/>
                </a:schemeClr>
              </a:solidFill>
              <a:ln w="6350" cap="flat" cmpd="sng" algn="ctr">
                <a:solidFill>
                  <a:schemeClr val="bg1">
                    <a:lumMod val="100000"/>
                  </a:schemeClr>
                </a:solidFill>
                <a:prstDash val="solid"/>
                <a:round/>
                <a:headEnd type="none" w="med" len="med"/>
                <a:tailEnd type="none" w="med" len="med"/>
              </a:ln>
              <a:effectLst/>
            </p:spPr>
            <p:txBody>
              <a:bodyPr/>
              <a:lstStyle/>
              <a:p>
                <a:pPr defTabSz="914377">
                  <a:lnSpc>
                    <a:spcPct val="95000"/>
                  </a:lnSpc>
                  <a:spcAft>
                    <a:spcPts val="801"/>
                  </a:spcAft>
                  <a:defRPr/>
                </a:pPr>
                <a:endParaRPr lang="en-US" sz="1579">
                  <a:solidFill>
                    <a:prstClr val="black"/>
                  </a:solidFill>
                  <a:latin typeface="Montserrat" pitchFamily="2" charset="77"/>
                </a:endParaRPr>
              </a:p>
            </p:txBody>
          </p:sp>
          <p:sp>
            <p:nvSpPr>
              <p:cNvPr id="113" name="_color1">
                <a:extLst>
                  <a:ext uri="{FF2B5EF4-FFF2-40B4-BE49-F238E27FC236}">
                    <a16:creationId xmlns:a16="http://schemas.microsoft.com/office/drawing/2014/main" id="{7A91DC8D-181A-AF83-66E4-EEA86243A65C}"/>
                  </a:ext>
                </a:extLst>
              </p:cNvPr>
              <p:cNvSpPr>
                <a:spLocks noChangeAspect="1"/>
              </p:cNvSpPr>
              <p:nvPr/>
            </p:nvSpPr>
            <p:spPr bwMode="gray">
              <a:xfrm>
                <a:off x="1381760" y="2173818"/>
                <a:ext cx="1137725" cy="1088225"/>
              </a:xfrm>
              <a:custGeom>
                <a:avLst/>
                <a:gdLst/>
                <a:ahLst/>
                <a:cxnLst>
                  <a:cxn ang="0">
                    <a:pos x="1002" y="60"/>
                  </a:cxn>
                  <a:cxn ang="0">
                    <a:pos x="688" y="0"/>
                  </a:cxn>
                  <a:cxn ang="0">
                    <a:pos x="610" y="134"/>
                  </a:cxn>
                  <a:cxn ang="0">
                    <a:pos x="494" y="336"/>
                  </a:cxn>
                  <a:cxn ang="0">
                    <a:pos x="0" y="1190"/>
                  </a:cxn>
                  <a:cxn ang="0">
                    <a:pos x="1473" y="1470"/>
                  </a:cxn>
                  <a:cxn ang="0">
                    <a:pos x="1473" y="150"/>
                  </a:cxn>
                  <a:cxn ang="0">
                    <a:pos x="1002" y="60"/>
                  </a:cxn>
                </a:cxnLst>
                <a:rect l="0" t="0" r="r" b="b"/>
                <a:pathLst>
                  <a:path w="1473" h="1470">
                    <a:moveTo>
                      <a:pt x="1002" y="60"/>
                    </a:moveTo>
                    <a:lnTo>
                      <a:pt x="688" y="0"/>
                    </a:lnTo>
                    <a:lnTo>
                      <a:pt x="610" y="134"/>
                    </a:lnTo>
                    <a:lnTo>
                      <a:pt x="494" y="336"/>
                    </a:lnTo>
                    <a:lnTo>
                      <a:pt x="0" y="1190"/>
                    </a:lnTo>
                    <a:lnTo>
                      <a:pt x="1473" y="1470"/>
                    </a:lnTo>
                    <a:lnTo>
                      <a:pt x="1473" y="150"/>
                    </a:lnTo>
                    <a:lnTo>
                      <a:pt x="1002" y="60"/>
                    </a:lnTo>
                    <a:close/>
                  </a:path>
                </a:pathLst>
              </a:custGeom>
              <a:solidFill>
                <a:srgbClr val="C0C0C0"/>
              </a:solidFill>
              <a:ln w="6350" cap="flat" cmpd="sng" algn="ctr">
                <a:solidFill>
                  <a:schemeClr val="bg1">
                    <a:lumMod val="100000"/>
                  </a:schemeClr>
                </a:solidFill>
                <a:prstDash val="solid"/>
                <a:round/>
                <a:headEnd type="none" w="med" len="med"/>
                <a:tailEnd type="none" w="med" len="med"/>
              </a:ln>
              <a:effectLst/>
            </p:spPr>
            <p:txBody>
              <a:bodyPr/>
              <a:lstStyle/>
              <a:p>
                <a:pPr defTabSz="914377">
                  <a:lnSpc>
                    <a:spcPct val="95000"/>
                  </a:lnSpc>
                  <a:spcAft>
                    <a:spcPts val="801"/>
                  </a:spcAft>
                  <a:defRPr/>
                </a:pPr>
                <a:endParaRPr lang="en-US" sz="1579">
                  <a:solidFill>
                    <a:prstClr val="black"/>
                  </a:solidFill>
                  <a:latin typeface="Montserrat" pitchFamily="2" charset="77"/>
                </a:endParaRPr>
              </a:p>
            </p:txBody>
          </p:sp>
          <p:sp>
            <p:nvSpPr>
              <p:cNvPr id="114" name="_color1">
                <a:extLst>
                  <a:ext uri="{FF2B5EF4-FFF2-40B4-BE49-F238E27FC236}">
                    <a16:creationId xmlns:a16="http://schemas.microsoft.com/office/drawing/2014/main" id="{3AED579E-A4F7-90A0-E7D6-4A5CBD5D0BFF}"/>
                  </a:ext>
                </a:extLst>
              </p:cNvPr>
              <p:cNvSpPr>
                <a:spLocks noChangeAspect="1"/>
              </p:cNvSpPr>
              <p:nvPr/>
            </p:nvSpPr>
            <p:spPr bwMode="gray">
              <a:xfrm>
                <a:off x="2519485" y="2173818"/>
                <a:ext cx="1131452" cy="1088225"/>
              </a:xfrm>
              <a:custGeom>
                <a:avLst/>
                <a:gdLst/>
                <a:ahLst/>
                <a:cxnLst>
                  <a:cxn ang="0">
                    <a:pos x="970" y="336"/>
                  </a:cxn>
                  <a:cxn ang="0">
                    <a:pos x="854" y="134"/>
                  </a:cxn>
                  <a:cxn ang="0">
                    <a:pos x="778" y="0"/>
                  </a:cxn>
                  <a:cxn ang="0">
                    <a:pos x="468" y="60"/>
                  </a:cxn>
                  <a:cxn ang="0">
                    <a:pos x="0" y="150"/>
                  </a:cxn>
                  <a:cxn ang="0">
                    <a:pos x="0" y="1470"/>
                  </a:cxn>
                  <a:cxn ang="0">
                    <a:pos x="1466" y="1190"/>
                  </a:cxn>
                  <a:cxn ang="0">
                    <a:pos x="970" y="336"/>
                  </a:cxn>
                </a:cxnLst>
                <a:rect l="0" t="0" r="r" b="b"/>
                <a:pathLst>
                  <a:path w="1466" h="1470">
                    <a:moveTo>
                      <a:pt x="970" y="336"/>
                    </a:moveTo>
                    <a:lnTo>
                      <a:pt x="854" y="134"/>
                    </a:lnTo>
                    <a:lnTo>
                      <a:pt x="778" y="0"/>
                    </a:lnTo>
                    <a:lnTo>
                      <a:pt x="468" y="60"/>
                    </a:lnTo>
                    <a:lnTo>
                      <a:pt x="0" y="150"/>
                    </a:lnTo>
                    <a:lnTo>
                      <a:pt x="0" y="1470"/>
                    </a:lnTo>
                    <a:lnTo>
                      <a:pt x="1466" y="1190"/>
                    </a:lnTo>
                    <a:lnTo>
                      <a:pt x="970" y="336"/>
                    </a:lnTo>
                    <a:close/>
                  </a:path>
                </a:pathLst>
              </a:custGeom>
              <a:solidFill>
                <a:srgbClr val="C0C0C0"/>
              </a:solidFill>
              <a:ln w="6350" cap="flat" cmpd="sng" algn="ctr">
                <a:solidFill>
                  <a:schemeClr val="bg1">
                    <a:lumMod val="100000"/>
                  </a:schemeClr>
                </a:solidFill>
                <a:prstDash val="solid"/>
                <a:round/>
                <a:headEnd type="none" w="med" len="med"/>
                <a:tailEnd type="none" w="med" len="med"/>
              </a:ln>
              <a:effectLst/>
            </p:spPr>
            <p:txBody>
              <a:bodyPr/>
              <a:lstStyle/>
              <a:p>
                <a:pPr defTabSz="914377">
                  <a:lnSpc>
                    <a:spcPct val="95000"/>
                  </a:lnSpc>
                  <a:spcAft>
                    <a:spcPts val="801"/>
                  </a:spcAft>
                  <a:defRPr/>
                </a:pPr>
                <a:endParaRPr lang="en-US" sz="1579">
                  <a:solidFill>
                    <a:prstClr val="black"/>
                  </a:solidFill>
                  <a:latin typeface="Montserrat" pitchFamily="2" charset="77"/>
                </a:endParaRPr>
              </a:p>
            </p:txBody>
          </p:sp>
          <p:sp>
            <p:nvSpPr>
              <p:cNvPr id="115" name="_color1">
                <a:extLst>
                  <a:ext uri="{FF2B5EF4-FFF2-40B4-BE49-F238E27FC236}">
                    <a16:creationId xmlns:a16="http://schemas.microsoft.com/office/drawing/2014/main" id="{10FAB9DD-FC1E-72F4-5A91-3BD644130AD6}"/>
                  </a:ext>
                </a:extLst>
              </p:cNvPr>
              <p:cNvSpPr>
                <a:spLocks noChangeAspect="1"/>
              </p:cNvSpPr>
              <p:nvPr/>
            </p:nvSpPr>
            <p:spPr bwMode="gray">
              <a:xfrm>
                <a:off x="1390541" y="2853794"/>
                <a:ext cx="1128944" cy="408248"/>
              </a:xfrm>
              <a:custGeom>
                <a:avLst/>
                <a:gdLst/>
                <a:ahLst/>
                <a:cxnLst>
                  <a:cxn ang="0">
                    <a:pos x="0" y="274"/>
                  </a:cxn>
                  <a:cxn ang="0">
                    <a:pos x="1461" y="0"/>
                  </a:cxn>
                  <a:cxn ang="0">
                    <a:pos x="1461" y="552"/>
                  </a:cxn>
                  <a:cxn ang="0">
                    <a:pos x="0" y="274"/>
                  </a:cxn>
                </a:cxnLst>
                <a:rect l="0" t="0" r="r" b="b"/>
                <a:pathLst>
                  <a:path w="1461" h="552">
                    <a:moveTo>
                      <a:pt x="0" y="274"/>
                    </a:moveTo>
                    <a:lnTo>
                      <a:pt x="1461" y="0"/>
                    </a:lnTo>
                    <a:lnTo>
                      <a:pt x="1461" y="552"/>
                    </a:lnTo>
                    <a:lnTo>
                      <a:pt x="0" y="274"/>
                    </a:lnTo>
                    <a:close/>
                  </a:path>
                </a:pathLst>
              </a:custGeom>
              <a:solidFill>
                <a:srgbClr val="ADADAD"/>
              </a:solidFill>
              <a:ln w="6350" cap="flat" cmpd="sng" algn="ctr">
                <a:solidFill>
                  <a:schemeClr val="bg1">
                    <a:lumMod val="100000"/>
                  </a:schemeClr>
                </a:solidFill>
                <a:prstDash val="solid"/>
                <a:round/>
                <a:headEnd type="none" w="med" len="med"/>
                <a:tailEnd type="none" w="med" len="med"/>
              </a:ln>
              <a:effectLst/>
            </p:spPr>
            <p:txBody>
              <a:bodyPr/>
              <a:lstStyle/>
              <a:p>
                <a:pPr defTabSz="914377">
                  <a:lnSpc>
                    <a:spcPct val="95000"/>
                  </a:lnSpc>
                  <a:spcAft>
                    <a:spcPts val="801"/>
                  </a:spcAft>
                  <a:defRPr/>
                </a:pPr>
                <a:endParaRPr lang="en-US" sz="1579">
                  <a:solidFill>
                    <a:prstClr val="black"/>
                  </a:solidFill>
                  <a:latin typeface="Montserrat" pitchFamily="2" charset="77"/>
                </a:endParaRPr>
              </a:p>
            </p:txBody>
          </p:sp>
          <p:sp>
            <p:nvSpPr>
              <p:cNvPr id="116" name="_color1">
                <a:extLst>
                  <a:ext uri="{FF2B5EF4-FFF2-40B4-BE49-F238E27FC236}">
                    <a16:creationId xmlns:a16="http://schemas.microsoft.com/office/drawing/2014/main" id="{B984856F-86E0-5349-7616-27FE0D6D0F26}"/>
                  </a:ext>
                </a:extLst>
              </p:cNvPr>
              <p:cNvSpPr>
                <a:spLocks noChangeAspect="1"/>
              </p:cNvSpPr>
              <p:nvPr/>
            </p:nvSpPr>
            <p:spPr bwMode="gray">
              <a:xfrm>
                <a:off x="2519485" y="2853794"/>
                <a:ext cx="1131452" cy="408248"/>
              </a:xfrm>
              <a:custGeom>
                <a:avLst/>
                <a:gdLst/>
                <a:ahLst/>
                <a:cxnLst>
                  <a:cxn ang="0">
                    <a:pos x="0" y="0"/>
                  </a:cxn>
                  <a:cxn ang="0">
                    <a:pos x="1466" y="272"/>
                  </a:cxn>
                  <a:cxn ang="0">
                    <a:pos x="0" y="552"/>
                  </a:cxn>
                  <a:cxn ang="0">
                    <a:pos x="0" y="0"/>
                  </a:cxn>
                </a:cxnLst>
                <a:rect l="0" t="0" r="r" b="b"/>
                <a:pathLst>
                  <a:path w="1466" h="552">
                    <a:moveTo>
                      <a:pt x="0" y="0"/>
                    </a:moveTo>
                    <a:lnTo>
                      <a:pt x="1466" y="272"/>
                    </a:lnTo>
                    <a:lnTo>
                      <a:pt x="0" y="552"/>
                    </a:lnTo>
                    <a:lnTo>
                      <a:pt x="0" y="0"/>
                    </a:lnTo>
                    <a:close/>
                  </a:path>
                </a:pathLst>
              </a:custGeom>
              <a:solidFill>
                <a:srgbClr val="ADADAD"/>
              </a:solidFill>
              <a:ln w="6350" cap="flat" cmpd="sng" algn="ctr">
                <a:solidFill>
                  <a:schemeClr val="bg1">
                    <a:lumMod val="100000"/>
                  </a:schemeClr>
                </a:solidFill>
                <a:prstDash val="solid"/>
                <a:round/>
                <a:headEnd type="none" w="med" len="med"/>
                <a:tailEnd type="none" w="med" len="med"/>
              </a:ln>
              <a:effectLst/>
            </p:spPr>
            <p:txBody>
              <a:bodyPr/>
              <a:lstStyle/>
              <a:p>
                <a:pPr defTabSz="914377">
                  <a:lnSpc>
                    <a:spcPct val="95000"/>
                  </a:lnSpc>
                  <a:spcAft>
                    <a:spcPts val="801"/>
                  </a:spcAft>
                  <a:defRPr/>
                </a:pPr>
                <a:endParaRPr lang="en-US" sz="1579">
                  <a:solidFill>
                    <a:prstClr val="black"/>
                  </a:solidFill>
                  <a:latin typeface="Montserrat" pitchFamily="2" charset="77"/>
                </a:endParaRPr>
              </a:p>
            </p:txBody>
          </p:sp>
          <p:sp>
            <p:nvSpPr>
              <p:cNvPr id="117" name="_color1">
                <a:extLst>
                  <a:ext uri="{FF2B5EF4-FFF2-40B4-BE49-F238E27FC236}">
                    <a16:creationId xmlns:a16="http://schemas.microsoft.com/office/drawing/2014/main" id="{14EE2B5C-8FFD-0FEA-DA7E-A0B7548EEB42}"/>
                  </a:ext>
                </a:extLst>
              </p:cNvPr>
              <p:cNvSpPr>
                <a:spLocks noChangeAspect="1"/>
              </p:cNvSpPr>
              <p:nvPr/>
            </p:nvSpPr>
            <p:spPr bwMode="gray">
              <a:xfrm>
                <a:off x="1912363" y="2108182"/>
                <a:ext cx="1207970" cy="177214"/>
              </a:xfrm>
              <a:custGeom>
                <a:avLst/>
                <a:gdLst/>
                <a:ahLst/>
                <a:cxnLst>
                  <a:cxn ang="0">
                    <a:pos x="1097" y="0"/>
                  </a:cxn>
                  <a:cxn ang="0">
                    <a:pos x="785" y="60"/>
                  </a:cxn>
                  <a:cxn ang="0">
                    <a:pos x="470" y="0"/>
                  </a:cxn>
                  <a:cxn ang="0">
                    <a:pos x="0" y="90"/>
                  </a:cxn>
                  <a:cxn ang="0">
                    <a:pos x="785" y="240"/>
                  </a:cxn>
                  <a:cxn ang="0">
                    <a:pos x="1563" y="90"/>
                  </a:cxn>
                  <a:cxn ang="0">
                    <a:pos x="1097" y="0"/>
                  </a:cxn>
                </a:cxnLst>
                <a:rect l="0" t="0" r="r" b="b"/>
                <a:pathLst>
                  <a:path w="1563" h="240">
                    <a:moveTo>
                      <a:pt x="1097" y="0"/>
                    </a:moveTo>
                    <a:lnTo>
                      <a:pt x="785" y="60"/>
                    </a:lnTo>
                    <a:lnTo>
                      <a:pt x="470" y="0"/>
                    </a:lnTo>
                    <a:lnTo>
                      <a:pt x="0" y="90"/>
                    </a:lnTo>
                    <a:lnTo>
                      <a:pt x="785" y="240"/>
                    </a:lnTo>
                    <a:lnTo>
                      <a:pt x="1563" y="90"/>
                    </a:lnTo>
                    <a:lnTo>
                      <a:pt x="1097" y="0"/>
                    </a:lnTo>
                    <a:close/>
                  </a:path>
                </a:pathLst>
              </a:custGeom>
              <a:solidFill>
                <a:srgbClr val="ADADAD"/>
              </a:solidFill>
              <a:ln w="6350" cap="flat" cmpd="sng" algn="ctr">
                <a:solidFill>
                  <a:schemeClr val="bg1">
                    <a:lumMod val="100000"/>
                  </a:schemeClr>
                </a:solidFill>
                <a:prstDash val="solid"/>
                <a:round/>
                <a:headEnd type="none" w="med" len="med"/>
                <a:tailEnd type="none" w="med" len="med"/>
              </a:ln>
              <a:effectLst/>
            </p:spPr>
            <p:txBody>
              <a:bodyPr/>
              <a:lstStyle/>
              <a:p>
                <a:pPr defTabSz="914377">
                  <a:lnSpc>
                    <a:spcPct val="95000"/>
                  </a:lnSpc>
                  <a:spcAft>
                    <a:spcPts val="801"/>
                  </a:spcAft>
                  <a:defRPr/>
                </a:pPr>
                <a:endParaRPr lang="en-US" sz="1579">
                  <a:solidFill>
                    <a:prstClr val="black"/>
                  </a:solidFill>
                  <a:latin typeface="Montserrat" pitchFamily="2" charset="77"/>
                </a:endParaRPr>
              </a:p>
            </p:txBody>
          </p:sp>
          <p:sp>
            <p:nvSpPr>
              <p:cNvPr id="118" name="_effect">
                <a:extLst>
                  <a:ext uri="{FF2B5EF4-FFF2-40B4-BE49-F238E27FC236}">
                    <a16:creationId xmlns:a16="http://schemas.microsoft.com/office/drawing/2014/main" id="{B5159EC1-5CAF-D0E4-C491-F221D181C00D}"/>
                  </a:ext>
                </a:extLst>
              </p:cNvPr>
              <p:cNvSpPr>
                <a:spLocks noChangeAspect="1"/>
              </p:cNvSpPr>
              <p:nvPr/>
            </p:nvSpPr>
            <p:spPr bwMode="gray">
              <a:xfrm>
                <a:off x="1983863" y="1995632"/>
                <a:ext cx="1062463" cy="155868"/>
              </a:xfrm>
              <a:custGeom>
                <a:avLst/>
                <a:gdLst/>
                <a:ahLst/>
                <a:cxnLst>
                  <a:cxn ang="0">
                    <a:pos x="1097" y="0"/>
                  </a:cxn>
                  <a:cxn ang="0">
                    <a:pos x="785" y="60"/>
                  </a:cxn>
                  <a:cxn ang="0">
                    <a:pos x="470" y="0"/>
                  </a:cxn>
                  <a:cxn ang="0">
                    <a:pos x="0" y="90"/>
                  </a:cxn>
                  <a:cxn ang="0">
                    <a:pos x="785" y="240"/>
                  </a:cxn>
                  <a:cxn ang="0">
                    <a:pos x="1563" y="90"/>
                  </a:cxn>
                  <a:cxn ang="0">
                    <a:pos x="1097" y="0"/>
                  </a:cxn>
                </a:cxnLst>
                <a:rect l="0" t="0" r="r" b="b"/>
                <a:pathLst>
                  <a:path w="1563" h="240">
                    <a:moveTo>
                      <a:pt x="1097" y="0"/>
                    </a:moveTo>
                    <a:lnTo>
                      <a:pt x="785" y="60"/>
                    </a:lnTo>
                    <a:lnTo>
                      <a:pt x="470" y="0"/>
                    </a:lnTo>
                    <a:lnTo>
                      <a:pt x="0" y="90"/>
                    </a:lnTo>
                    <a:lnTo>
                      <a:pt x="785" y="240"/>
                    </a:lnTo>
                    <a:lnTo>
                      <a:pt x="1563" y="90"/>
                    </a:lnTo>
                    <a:lnTo>
                      <a:pt x="1097" y="0"/>
                    </a:lnTo>
                    <a:close/>
                  </a:path>
                </a:pathLst>
              </a:custGeom>
              <a:solidFill>
                <a:schemeClr val="bg1">
                  <a:lumMod val="85000"/>
                </a:schemeClr>
              </a:solidFill>
              <a:ln w="6350" cap="flat" cmpd="sng" algn="ctr">
                <a:solidFill>
                  <a:schemeClr val="bg1">
                    <a:lumMod val="100000"/>
                  </a:schemeClr>
                </a:solidFill>
                <a:prstDash val="solid"/>
                <a:round/>
                <a:headEnd type="none" w="med" len="med"/>
                <a:tailEnd type="none" w="med" len="med"/>
              </a:ln>
              <a:effectLst/>
            </p:spPr>
            <p:txBody>
              <a:bodyPr/>
              <a:lstStyle/>
              <a:p>
                <a:pPr defTabSz="914377">
                  <a:lnSpc>
                    <a:spcPct val="95000"/>
                  </a:lnSpc>
                  <a:spcAft>
                    <a:spcPts val="801"/>
                  </a:spcAft>
                  <a:defRPr/>
                </a:pPr>
                <a:endParaRPr lang="en-US" sz="1579">
                  <a:solidFill>
                    <a:prstClr val="black"/>
                  </a:solidFill>
                  <a:latin typeface="Montserrat" pitchFamily="2" charset="77"/>
                </a:endParaRPr>
              </a:p>
            </p:txBody>
          </p:sp>
          <p:sp>
            <p:nvSpPr>
              <p:cNvPr id="119" name="_color1">
                <a:extLst>
                  <a:ext uri="{FF2B5EF4-FFF2-40B4-BE49-F238E27FC236}">
                    <a16:creationId xmlns:a16="http://schemas.microsoft.com/office/drawing/2014/main" id="{77F6FD6E-1D4B-C0E7-58D2-41EE06E1B6B5}"/>
                  </a:ext>
                </a:extLst>
              </p:cNvPr>
              <p:cNvSpPr>
                <a:spLocks noChangeAspect="1"/>
              </p:cNvSpPr>
              <p:nvPr/>
            </p:nvSpPr>
            <p:spPr bwMode="gray">
              <a:xfrm>
                <a:off x="1986372" y="1174855"/>
                <a:ext cx="533114" cy="976646"/>
              </a:xfrm>
              <a:custGeom>
                <a:avLst/>
                <a:gdLst/>
                <a:ahLst/>
                <a:cxnLst>
                  <a:cxn ang="0">
                    <a:pos x="691" y="4"/>
                  </a:cxn>
                  <a:cxn ang="0">
                    <a:pos x="687" y="0"/>
                  </a:cxn>
                  <a:cxn ang="0">
                    <a:pos x="0" y="1187"/>
                  </a:cxn>
                  <a:cxn ang="0">
                    <a:pos x="691" y="1319"/>
                  </a:cxn>
                  <a:cxn ang="0">
                    <a:pos x="691" y="4"/>
                  </a:cxn>
                </a:cxnLst>
                <a:rect l="0" t="0" r="r" b="b"/>
                <a:pathLst>
                  <a:path w="691" h="1319">
                    <a:moveTo>
                      <a:pt x="691" y="4"/>
                    </a:moveTo>
                    <a:lnTo>
                      <a:pt x="687" y="0"/>
                    </a:lnTo>
                    <a:lnTo>
                      <a:pt x="0" y="1187"/>
                    </a:lnTo>
                    <a:lnTo>
                      <a:pt x="691" y="1319"/>
                    </a:lnTo>
                    <a:lnTo>
                      <a:pt x="691" y="4"/>
                    </a:lnTo>
                    <a:close/>
                  </a:path>
                </a:pathLst>
              </a:custGeom>
              <a:solidFill>
                <a:schemeClr val="tx1">
                  <a:lumMod val="50000"/>
                  <a:lumOff val="50000"/>
                </a:schemeClr>
              </a:solidFill>
              <a:ln w="6350" cap="flat" cmpd="sng" algn="ctr">
                <a:solidFill>
                  <a:schemeClr val="bg1">
                    <a:lumMod val="100000"/>
                  </a:schemeClr>
                </a:solidFill>
                <a:prstDash val="solid"/>
                <a:round/>
                <a:headEnd type="none" w="med" len="med"/>
                <a:tailEnd type="none" w="med" len="med"/>
              </a:ln>
              <a:effectLst/>
            </p:spPr>
            <p:txBody>
              <a:bodyPr/>
              <a:lstStyle/>
              <a:p>
                <a:pPr defTabSz="914377">
                  <a:lnSpc>
                    <a:spcPct val="95000"/>
                  </a:lnSpc>
                  <a:spcAft>
                    <a:spcPts val="801"/>
                  </a:spcAft>
                  <a:defRPr/>
                </a:pPr>
                <a:endParaRPr lang="en-US" sz="1579">
                  <a:solidFill>
                    <a:prstClr val="black"/>
                  </a:solidFill>
                  <a:latin typeface="Montserrat" pitchFamily="2" charset="77"/>
                </a:endParaRPr>
              </a:p>
            </p:txBody>
          </p:sp>
          <p:sp>
            <p:nvSpPr>
              <p:cNvPr id="120" name="_color1">
                <a:extLst>
                  <a:ext uri="{FF2B5EF4-FFF2-40B4-BE49-F238E27FC236}">
                    <a16:creationId xmlns:a16="http://schemas.microsoft.com/office/drawing/2014/main" id="{B65E1CC2-EABF-0B25-3B6B-5B97C69C3642}"/>
                  </a:ext>
                </a:extLst>
              </p:cNvPr>
              <p:cNvSpPr>
                <a:spLocks noChangeAspect="1"/>
              </p:cNvSpPr>
              <p:nvPr/>
            </p:nvSpPr>
            <p:spPr bwMode="gray">
              <a:xfrm>
                <a:off x="2519485" y="1177480"/>
                <a:ext cx="526841" cy="974021"/>
              </a:xfrm>
              <a:custGeom>
                <a:avLst/>
                <a:gdLst/>
                <a:ahLst/>
                <a:cxnLst>
                  <a:cxn ang="0">
                    <a:pos x="0" y="1315"/>
                  </a:cxn>
                  <a:cxn ang="0">
                    <a:pos x="684" y="1185"/>
                  </a:cxn>
                  <a:cxn ang="0">
                    <a:pos x="0" y="0"/>
                  </a:cxn>
                  <a:cxn ang="0">
                    <a:pos x="0" y="1315"/>
                  </a:cxn>
                  <a:cxn ang="0">
                    <a:pos x="0" y="1315"/>
                  </a:cxn>
                </a:cxnLst>
                <a:rect l="0" t="0" r="r" b="b"/>
                <a:pathLst>
                  <a:path w="684" h="1315">
                    <a:moveTo>
                      <a:pt x="0" y="1315"/>
                    </a:moveTo>
                    <a:lnTo>
                      <a:pt x="684" y="1185"/>
                    </a:lnTo>
                    <a:lnTo>
                      <a:pt x="0" y="0"/>
                    </a:lnTo>
                    <a:lnTo>
                      <a:pt x="0" y="1315"/>
                    </a:lnTo>
                    <a:close/>
                  </a:path>
                </a:pathLst>
              </a:custGeom>
              <a:solidFill>
                <a:srgbClr val="143E74"/>
              </a:solidFill>
              <a:ln w="6350" cap="flat" cmpd="sng" algn="ctr">
                <a:solidFill>
                  <a:schemeClr val="bg1">
                    <a:lumMod val="100000"/>
                  </a:schemeClr>
                </a:solidFill>
                <a:prstDash val="solid"/>
                <a:round/>
                <a:headEnd type="none" w="med" len="med"/>
                <a:tailEnd type="none" w="med" len="med"/>
              </a:ln>
              <a:effectLst/>
            </p:spPr>
            <p:txBody>
              <a:bodyPr/>
              <a:lstStyle/>
              <a:p>
                <a:pPr defTabSz="914377">
                  <a:lnSpc>
                    <a:spcPct val="95000"/>
                  </a:lnSpc>
                  <a:spcAft>
                    <a:spcPts val="801"/>
                  </a:spcAft>
                  <a:defRPr/>
                </a:pPr>
                <a:endParaRPr lang="en-US" sz="1579">
                  <a:solidFill>
                    <a:prstClr val="black"/>
                  </a:solidFill>
                  <a:latin typeface="Montserrat" pitchFamily="2" charset="77"/>
                </a:endParaRPr>
              </a:p>
            </p:txBody>
          </p:sp>
          <p:sp>
            <p:nvSpPr>
              <p:cNvPr id="121" name="_color1">
                <a:extLst>
                  <a:ext uri="{FF2B5EF4-FFF2-40B4-BE49-F238E27FC236}">
                    <a16:creationId xmlns:a16="http://schemas.microsoft.com/office/drawing/2014/main" id="{064DA78D-3038-D100-35DE-7988CEFFDA2C}"/>
                  </a:ext>
                </a:extLst>
              </p:cNvPr>
              <p:cNvSpPr>
                <a:spLocks noChangeAspect="1"/>
              </p:cNvSpPr>
              <p:nvPr/>
            </p:nvSpPr>
            <p:spPr bwMode="gray">
              <a:xfrm>
                <a:off x="1986372" y="1955909"/>
                <a:ext cx="533114" cy="195592"/>
              </a:xfrm>
              <a:custGeom>
                <a:avLst/>
                <a:gdLst/>
                <a:ahLst/>
                <a:cxnLst>
                  <a:cxn ang="0">
                    <a:pos x="0" y="133"/>
                  </a:cxn>
                  <a:cxn ang="0">
                    <a:pos x="691" y="0"/>
                  </a:cxn>
                  <a:cxn ang="0">
                    <a:pos x="691" y="265"/>
                  </a:cxn>
                  <a:cxn ang="0">
                    <a:pos x="0" y="133"/>
                  </a:cxn>
                </a:cxnLst>
                <a:rect l="0" t="0" r="r" b="b"/>
                <a:pathLst>
                  <a:path w="691" h="265">
                    <a:moveTo>
                      <a:pt x="0" y="133"/>
                    </a:moveTo>
                    <a:lnTo>
                      <a:pt x="691" y="0"/>
                    </a:lnTo>
                    <a:lnTo>
                      <a:pt x="691" y="265"/>
                    </a:lnTo>
                    <a:lnTo>
                      <a:pt x="0" y="133"/>
                    </a:lnTo>
                    <a:close/>
                  </a:path>
                </a:pathLst>
              </a:custGeom>
              <a:solidFill>
                <a:schemeClr val="bg2"/>
              </a:solidFill>
              <a:ln w="6350" cap="flat" cmpd="sng" algn="ctr">
                <a:solidFill>
                  <a:schemeClr val="bg1">
                    <a:lumMod val="100000"/>
                  </a:schemeClr>
                </a:solidFill>
                <a:prstDash val="solid"/>
                <a:round/>
                <a:headEnd type="none" w="med" len="med"/>
                <a:tailEnd type="none" w="med" len="med"/>
              </a:ln>
              <a:effectLst/>
            </p:spPr>
            <p:txBody>
              <a:bodyPr/>
              <a:lstStyle/>
              <a:p>
                <a:pPr defTabSz="914377">
                  <a:lnSpc>
                    <a:spcPct val="95000"/>
                  </a:lnSpc>
                  <a:spcAft>
                    <a:spcPts val="801"/>
                  </a:spcAft>
                  <a:defRPr/>
                </a:pPr>
                <a:endParaRPr lang="en-US" sz="1579">
                  <a:solidFill>
                    <a:prstClr val="black"/>
                  </a:solidFill>
                  <a:latin typeface="Montserrat" pitchFamily="2" charset="77"/>
                </a:endParaRPr>
              </a:p>
            </p:txBody>
          </p:sp>
          <p:sp>
            <p:nvSpPr>
              <p:cNvPr id="122" name="_color1">
                <a:extLst>
                  <a:ext uri="{FF2B5EF4-FFF2-40B4-BE49-F238E27FC236}">
                    <a16:creationId xmlns:a16="http://schemas.microsoft.com/office/drawing/2014/main" id="{F6045BE2-E3BD-B891-CF84-F64DDB10B382}"/>
                  </a:ext>
                </a:extLst>
              </p:cNvPr>
              <p:cNvSpPr>
                <a:spLocks noChangeAspect="1"/>
              </p:cNvSpPr>
              <p:nvPr/>
            </p:nvSpPr>
            <p:spPr bwMode="gray">
              <a:xfrm>
                <a:off x="2519485" y="1955909"/>
                <a:ext cx="526841" cy="195592"/>
              </a:xfrm>
              <a:custGeom>
                <a:avLst/>
                <a:gdLst/>
                <a:ahLst/>
                <a:cxnLst>
                  <a:cxn ang="0">
                    <a:pos x="0" y="265"/>
                  </a:cxn>
                  <a:cxn ang="0">
                    <a:pos x="0" y="0"/>
                  </a:cxn>
                  <a:cxn ang="0">
                    <a:pos x="684" y="135"/>
                  </a:cxn>
                  <a:cxn ang="0">
                    <a:pos x="0" y="265"/>
                  </a:cxn>
                </a:cxnLst>
                <a:rect l="0" t="0" r="r" b="b"/>
                <a:pathLst>
                  <a:path w="684" h="265">
                    <a:moveTo>
                      <a:pt x="0" y="265"/>
                    </a:moveTo>
                    <a:lnTo>
                      <a:pt x="0" y="0"/>
                    </a:lnTo>
                    <a:lnTo>
                      <a:pt x="684" y="135"/>
                    </a:lnTo>
                    <a:lnTo>
                      <a:pt x="0" y="265"/>
                    </a:lnTo>
                    <a:close/>
                  </a:path>
                </a:pathLst>
              </a:custGeom>
              <a:solidFill>
                <a:schemeClr val="accent2">
                  <a:lumMod val="90000"/>
                  <a:lumOff val="10000"/>
                </a:schemeClr>
              </a:solidFill>
              <a:ln w="6350" cap="flat" cmpd="sng" algn="ctr">
                <a:solidFill>
                  <a:schemeClr val="bg1">
                    <a:lumMod val="100000"/>
                  </a:schemeClr>
                </a:solidFill>
                <a:prstDash val="solid"/>
                <a:round/>
                <a:headEnd type="none" w="med" len="med"/>
                <a:tailEnd type="none" w="med" len="med"/>
              </a:ln>
              <a:effectLst/>
            </p:spPr>
            <p:txBody>
              <a:bodyPr/>
              <a:lstStyle/>
              <a:p>
                <a:pPr defTabSz="914377">
                  <a:lnSpc>
                    <a:spcPct val="95000"/>
                  </a:lnSpc>
                  <a:spcAft>
                    <a:spcPts val="801"/>
                  </a:spcAft>
                  <a:defRPr/>
                </a:pPr>
                <a:endParaRPr lang="en-US" sz="1579">
                  <a:solidFill>
                    <a:prstClr val="black"/>
                  </a:solidFill>
                  <a:latin typeface="Montserrat" pitchFamily="2" charset="77"/>
                </a:endParaRPr>
              </a:p>
            </p:txBody>
          </p:sp>
        </p:grpSp>
        <p:sp>
          <p:nvSpPr>
            <p:cNvPr id="106" name="Rectangle 105">
              <a:extLst>
                <a:ext uri="{FF2B5EF4-FFF2-40B4-BE49-F238E27FC236}">
                  <a16:creationId xmlns:a16="http://schemas.microsoft.com/office/drawing/2014/main" id="{C7C22410-30D6-DCE9-951D-E93A4EF88473}"/>
                </a:ext>
              </a:extLst>
            </p:cNvPr>
            <p:cNvSpPr/>
            <p:nvPr/>
          </p:nvSpPr>
          <p:spPr>
            <a:xfrm>
              <a:off x="881344" y="1115220"/>
              <a:ext cx="1530959" cy="35617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2400"/>
            </a:p>
          </p:txBody>
        </p:sp>
      </p:grpSp>
      <p:pic>
        <p:nvPicPr>
          <p:cNvPr id="123" name="Graphique 34" descr="Mille avec un remplissage uni">
            <a:extLst>
              <a:ext uri="{FF2B5EF4-FFF2-40B4-BE49-F238E27FC236}">
                <a16:creationId xmlns:a16="http://schemas.microsoft.com/office/drawing/2014/main" id="{5486AF47-C20B-8C0E-599C-6360B49BF57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32375" y="3070167"/>
            <a:ext cx="381651" cy="381651"/>
          </a:xfrm>
          <a:prstGeom prst="rect">
            <a:avLst/>
          </a:prstGeom>
        </p:spPr>
      </p:pic>
      <p:pic>
        <p:nvPicPr>
          <p:cNvPr id="124" name="Graphique 35" descr="Plan avec un remplissage uni">
            <a:extLst>
              <a:ext uri="{FF2B5EF4-FFF2-40B4-BE49-F238E27FC236}">
                <a16:creationId xmlns:a16="http://schemas.microsoft.com/office/drawing/2014/main" id="{A56AF1A9-CC4D-5399-C3C5-CC34427F09A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946844" y="1584057"/>
            <a:ext cx="367183" cy="435072"/>
          </a:xfrm>
          <a:prstGeom prst="rect">
            <a:avLst/>
          </a:prstGeom>
        </p:spPr>
      </p:pic>
      <p:pic>
        <p:nvPicPr>
          <p:cNvPr id="125" name="Graphique 36" descr="Presse-papiers vérifié avec un remplissage uni">
            <a:extLst>
              <a:ext uri="{FF2B5EF4-FFF2-40B4-BE49-F238E27FC236}">
                <a16:creationId xmlns:a16="http://schemas.microsoft.com/office/drawing/2014/main" id="{1B63E867-A6E8-2A74-69CB-DE0E6977AC5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910324" y="4724404"/>
            <a:ext cx="478209" cy="407384"/>
          </a:xfrm>
          <a:prstGeom prst="rect">
            <a:avLst/>
          </a:prstGeom>
        </p:spPr>
      </p:pic>
      <p:sp>
        <p:nvSpPr>
          <p:cNvPr id="126" name="ZoneTexte 37">
            <a:extLst>
              <a:ext uri="{FF2B5EF4-FFF2-40B4-BE49-F238E27FC236}">
                <a16:creationId xmlns:a16="http://schemas.microsoft.com/office/drawing/2014/main" id="{3D715FFD-3DCB-0140-786F-EC40944C0D80}"/>
              </a:ext>
            </a:extLst>
          </p:cNvPr>
          <p:cNvSpPr txBox="1"/>
          <p:nvPr/>
        </p:nvSpPr>
        <p:spPr>
          <a:xfrm>
            <a:off x="2292051" y="1584056"/>
            <a:ext cx="3147015" cy="420564"/>
          </a:xfrm>
          <a:prstGeom prst="rect">
            <a:avLst/>
          </a:prstGeom>
          <a:noFill/>
        </p:spPr>
        <p:txBody>
          <a:bodyPr wrap="none" rtlCol="0">
            <a:spAutoFit/>
          </a:bodyPr>
          <a:lstStyle/>
          <a:p>
            <a:r>
              <a:rPr lang="fr-FR" sz="2133" b="1" dirty="0">
                <a:solidFill>
                  <a:srgbClr val="7F7F7F"/>
                </a:solidFill>
                <a:latin typeface="Montserrat" pitchFamily="2" charset="77"/>
              </a:rPr>
              <a:t>CONTEXT &amp; MISSION</a:t>
            </a:r>
          </a:p>
        </p:txBody>
      </p:sp>
      <p:sp>
        <p:nvSpPr>
          <p:cNvPr id="127" name="ZoneTexte 38">
            <a:extLst>
              <a:ext uri="{FF2B5EF4-FFF2-40B4-BE49-F238E27FC236}">
                <a16:creationId xmlns:a16="http://schemas.microsoft.com/office/drawing/2014/main" id="{A5C0C235-BA25-70B3-4083-12E741FADD5D}"/>
              </a:ext>
            </a:extLst>
          </p:cNvPr>
          <p:cNvSpPr txBox="1"/>
          <p:nvPr/>
        </p:nvSpPr>
        <p:spPr>
          <a:xfrm>
            <a:off x="2292052" y="3040253"/>
            <a:ext cx="1975221" cy="420564"/>
          </a:xfrm>
          <a:prstGeom prst="rect">
            <a:avLst/>
          </a:prstGeom>
          <a:noFill/>
        </p:spPr>
        <p:txBody>
          <a:bodyPr wrap="none" rtlCol="0">
            <a:spAutoFit/>
          </a:bodyPr>
          <a:lstStyle/>
          <a:p>
            <a:r>
              <a:rPr lang="fr-FR" sz="2133" b="1" dirty="0">
                <a:solidFill>
                  <a:srgbClr val="C0C0C0"/>
                </a:solidFill>
                <a:latin typeface="Montserrat" pitchFamily="2" charset="77"/>
              </a:rPr>
              <a:t>OBJECTIVES</a:t>
            </a:r>
          </a:p>
        </p:txBody>
      </p:sp>
      <p:sp>
        <p:nvSpPr>
          <p:cNvPr id="128" name="ZoneTexte 39">
            <a:extLst>
              <a:ext uri="{FF2B5EF4-FFF2-40B4-BE49-F238E27FC236}">
                <a16:creationId xmlns:a16="http://schemas.microsoft.com/office/drawing/2014/main" id="{462CE64A-C985-11FC-A09E-805ECFFCEC13}"/>
              </a:ext>
            </a:extLst>
          </p:cNvPr>
          <p:cNvSpPr txBox="1"/>
          <p:nvPr/>
        </p:nvSpPr>
        <p:spPr>
          <a:xfrm>
            <a:off x="2292051" y="4699148"/>
            <a:ext cx="1843774" cy="420564"/>
          </a:xfrm>
          <a:prstGeom prst="rect">
            <a:avLst/>
          </a:prstGeom>
          <a:noFill/>
          <a:ln>
            <a:noFill/>
          </a:ln>
        </p:spPr>
        <p:txBody>
          <a:bodyPr wrap="none" rtlCol="0">
            <a:spAutoFit/>
          </a:bodyPr>
          <a:lstStyle/>
          <a:p>
            <a:r>
              <a:rPr lang="fr-FR" sz="2133" b="1" dirty="0">
                <a:solidFill>
                  <a:srgbClr val="00B050"/>
                </a:solidFill>
                <a:latin typeface="Montserrat" pitchFamily="2" charset="77"/>
              </a:rPr>
              <a:t>OUTCOMES</a:t>
            </a:r>
          </a:p>
        </p:txBody>
      </p:sp>
      <p:sp>
        <p:nvSpPr>
          <p:cNvPr id="129" name="ZoneTexte 40">
            <a:extLst>
              <a:ext uri="{FF2B5EF4-FFF2-40B4-BE49-F238E27FC236}">
                <a16:creationId xmlns:a16="http://schemas.microsoft.com/office/drawing/2014/main" id="{E14ABF04-25CB-C246-BD67-30FE6C89B672}"/>
              </a:ext>
            </a:extLst>
          </p:cNvPr>
          <p:cNvSpPr txBox="1">
            <a:spLocks/>
          </p:cNvSpPr>
          <p:nvPr/>
        </p:nvSpPr>
        <p:spPr>
          <a:xfrm>
            <a:off x="1878342" y="2093856"/>
            <a:ext cx="9746729" cy="784830"/>
          </a:xfrm>
          <a:prstGeom prst="rect">
            <a:avLst/>
          </a:prstGeom>
          <a:noFill/>
          <a:ln>
            <a:noFill/>
          </a:ln>
        </p:spPr>
        <p:txBody>
          <a:bodyPr wrap="square" rtlCol="0">
            <a:spAutoFit/>
          </a:bodyPr>
          <a:lstStyle/>
          <a:p>
            <a:pPr marL="228594" indent="-228594">
              <a:buFont typeface="Arial" panose="020B0604020202020204" pitchFamily="34" charset="0"/>
              <a:buChar char="•"/>
            </a:pPr>
            <a:r>
              <a:rPr lang="en-GB" sz="1500" dirty="0">
                <a:latin typeface="Montserrat" pitchFamily="2" charset="77"/>
              </a:rPr>
              <a:t>Border control authorities process thousands of transits daily with rich metadata, but anomaly detection today is largely manual and reactive</a:t>
            </a:r>
          </a:p>
          <a:p>
            <a:pPr marL="228594" indent="-228594">
              <a:buFont typeface="Arial" panose="020B0604020202020204" pitchFamily="34" charset="0"/>
              <a:buChar char="•"/>
            </a:pPr>
            <a:r>
              <a:rPr lang="en-GB" sz="1500" dirty="0">
                <a:latin typeface="Montserrat" pitchFamily="2" charset="77"/>
              </a:rPr>
              <a:t>A proactive system flags suspicious patterns before they escalate</a:t>
            </a:r>
            <a:endParaRPr lang="fr-FR" sz="1500" dirty="0">
              <a:latin typeface="Montserrat" pitchFamily="2" charset="77"/>
            </a:endParaRPr>
          </a:p>
        </p:txBody>
      </p:sp>
      <p:sp>
        <p:nvSpPr>
          <p:cNvPr id="130" name="ZoneTexte 41">
            <a:extLst>
              <a:ext uri="{FF2B5EF4-FFF2-40B4-BE49-F238E27FC236}">
                <a16:creationId xmlns:a16="http://schemas.microsoft.com/office/drawing/2014/main" id="{3CFB2401-7A35-83C7-4975-B2C5268D2F5F}"/>
              </a:ext>
            </a:extLst>
          </p:cNvPr>
          <p:cNvSpPr txBox="1">
            <a:spLocks/>
          </p:cNvSpPr>
          <p:nvPr/>
        </p:nvSpPr>
        <p:spPr>
          <a:xfrm>
            <a:off x="1878343" y="5171205"/>
            <a:ext cx="9746729" cy="1077218"/>
          </a:xfrm>
          <a:prstGeom prst="rect">
            <a:avLst/>
          </a:prstGeom>
          <a:noFill/>
          <a:ln>
            <a:noFill/>
          </a:ln>
        </p:spPr>
        <p:txBody>
          <a:bodyPr wrap="square" rtlCol="0">
            <a:spAutoFit/>
          </a:bodyPr>
          <a:lstStyle/>
          <a:p>
            <a:pPr marL="228594" indent="-228594">
              <a:buFont typeface="Arial" panose="020B0604020202020204" pitchFamily="34" charset="0"/>
              <a:buChar char="•"/>
            </a:pPr>
            <a:r>
              <a:rPr lang="en-GB" sz="1600" dirty="0">
                <a:latin typeface="Montserrat" pitchFamily="2" charset="77"/>
              </a:rPr>
              <a:t>A ranked list of anomalous routes with risk level (CRITICAL / HIGH / MEDIUM / LOW) and Wilson 95% CI</a:t>
            </a:r>
          </a:p>
          <a:p>
            <a:pPr marL="228594" indent="-228594">
              <a:buFont typeface="Arial" panose="020B0604020202020204" pitchFamily="34" charset="0"/>
              <a:buChar char="•"/>
            </a:pPr>
            <a:r>
              <a:rPr lang="en-GB" sz="1600" dirty="0">
                <a:latin typeface="Montserrat" pitchFamily="2" charset="77"/>
              </a:rPr>
              <a:t>A comparative analysis of two paradigms to guide future deployment decisions</a:t>
            </a:r>
          </a:p>
          <a:p>
            <a:pPr marL="228594" indent="-228594">
              <a:buFont typeface="Arial" panose="020B0604020202020204" pitchFamily="34" charset="0"/>
              <a:buChar char="•"/>
            </a:pPr>
            <a:r>
              <a:rPr lang="en-GB" sz="1600" dirty="0">
                <a:latin typeface="Montserrat" pitchFamily="2" charset="77"/>
              </a:rPr>
              <a:t>A natural-language report generated by a local LLM</a:t>
            </a:r>
            <a:endParaRPr lang="fr-FR" sz="1600" dirty="0">
              <a:latin typeface="Montserrat" pitchFamily="2" charset="77"/>
            </a:endParaRPr>
          </a:p>
        </p:txBody>
      </p:sp>
      <p:sp>
        <p:nvSpPr>
          <p:cNvPr id="131" name="ZoneTexte 42">
            <a:extLst>
              <a:ext uri="{FF2B5EF4-FFF2-40B4-BE49-F238E27FC236}">
                <a16:creationId xmlns:a16="http://schemas.microsoft.com/office/drawing/2014/main" id="{F1CF8CC5-6941-3685-4B12-60B68CE7039A}"/>
              </a:ext>
            </a:extLst>
          </p:cNvPr>
          <p:cNvSpPr txBox="1">
            <a:spLocks/>
          </p:cNvSpPr>
          <p:nvPr/>
        </p:nvSpPr>
        <p:spPr>
          <a:xfrm>
            <a:off x="1878343" y="3494922"/>
            <a:ext cx="9746729" cy="1077218"/>
          </a:xfrm>
          <a:prstGeom prst="rect">
            <a:avLst/>
          </a:prstGeom>
          <a:noFill/>
          <a:ln>
            <a:noFill/>
          </a:ln>
        </p:spPr>
        <p:txBody>
          <a:bodyPr wrap="square" rtlCol="0">
            <a:spAutoFit/>
          </a:bodyPr>
          <a:lstStyle>
            <a:defPPr>
              <a:defRPr lang="en-US"/>
            </a:defPPr>
            <a:lvl1pPr marL="228594" indent="-228594">
              <a:buFont typeface="Arial" panose="020B0604020202020204" pitchFamily="34" charset="0"/>
              <a:buChar char="•"/>
              <a:defRPr sz="1600">
                <a:latin typeface="Montserrat" pitchFamily="2" charset="77"/>
              </a:defRPr>
            </a:lvl1pPr>
          </a:lstStyle>
          <a:p>
            <a:r>
              <a:rPr lang="en-GB" dirty="0"/>
              <a:t>Implement the same anomaly detection system twice : classical ML pipeline and multi-agent architecture</a:t>
            </a:r>
          </a:p>
          <a:p>
            <a:r>
              <a:rPr lang="en-GB" dirty="0"/>
              <a:t>Compare both approaches to determine which is more suitable under different conditions</a:t>
            </a:r>
          </a:p>
          <a:p>
            <a:r>
              <a:rPr lang="en-GB" dirty="0"/>
              <a:t>Produce an actionable anomaly report ranked by priority score and confidence interval</a:t>
            </a:r>
            <a:endParaRPr lang="fr-FR" dirty="0"/>
          </a:p>
        </p:txBody>
      </p:sp>
      <p:cxnSp>
        <p:nvCxnSpPr>
          <p:cNvPr id="132" name="Прямая соединительная линия 25">
            <a:extLst>
              <a:ext uri="{FF2B5EF4-FFF2-40B4-BE49-F238E27FC236}">
                <a16:creationId xmlns:a16="http://schemas.microsoft.com/office/drawing/2014/main" id="{F3E5A127-03F5-FBDA-D580-C8E7EDCD12AE}"/>
              </a:ext>
            </a:extLst>
          </p:cNvPr>
          <p:cNvCxnSpPr>
            <a:cxnSpLocks/>
          </p:cNvCxnSpPr>
          <p:nvPr/>
        </p:nvCxnSpPr>
        <p:spPr>
          <a:xfrm>
            <a:off x="1967688" y="2942563"/>
            <a:ext cx="9524400" cy="30035"/>
          </a:xfrm>
          <a:prstGeom prst="line">
            <a:avLst/>
          </a:prstGeom>
          <a:ln w="6350">
            <a:solidFill>
              <a:schemeClr val="bg1">
                <a:lumMod val="65000"/>
              </a:schemeClr>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133" name="Прямая соединительная линия 25">
            <a:extLst>
              <a:ext uri="{FF2B5EF4-FFF2-40B4-BE49-F238E27FC236}">
                <a16:creationId xmlns:a16="http://schemas.microsoft.com/office/drawing/2014/main" id="{FF5D5934-6729-A116-C5B1-F1B23391A92A}"/>
              </a:ext>
            </a:extLst>
          </p:cNvPr>
          <p:cNvCxnSpPr>
            <a:cxnSpLocks/>
          </p:cNvCxnSpPr>
          <p:nvPr/>
        </p:nvCxnSpPr>
        <p:spPr>
          <a:xfrm>
            <a:off x="1967688" y="4559585"/>
            <a:ext cx="9524400" cy="0"/>
          </a:xfrm>
          <a:prstGeom prst="line">
            <a:avLst/>
          </a:prstGeom>
          <a:ln w="6350">
            <a:solidFill>
              <a:schemeClr val="bg1">
                <a:lumMod val="65000"/>
              </a:schemeClr>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135" name="TextBox 134">
            <a:extLst>
              <a:ext uri="{FF2B5EF4-FFF2-40B4-BE49-F238E27FC236}">
                <a16:creationId xmlns:a16="http://schemas.microsoft.com/office/drawing/2014/main" id="{AE074188-6A95-8924-BC1E-820FC2D986DF}"/>
              </a:ext>
            </a:extLst>
          </p:cNvPr>
          <p:cNvSpPr txBox="1"/>
          <p:nvPr/>
        </p:nvSpPr>
        <p:spPr>
          <a:xfrm>
            <a:off x="5913120" y="972843"/>
            <a:ext cx="5711951" cy="584775"/>
          </a:xfrm>
          <a:prstGeom prst="rect">
            <a:avLst/>
          </a:prstGeom>
          <a:noFill/>
        </p:spPr>
        <p:txBody>
          <a:bodyPr wrap="square">
            <a:spAutoFit/>
          </a:bodyPr>
          <a:lstStyle/>
          <a:p>
            <a:r>
              <a:rPr lang="en-GB" sz="1600" i="1" dirty="0">
                <a:latin typeface="Helvetica Neue" panose="02000503000000020004"/>
              </a:rPr>
              <a:t>"When dangerous items appear only 1% of the time, human error rates reach 30%"</a:t>
            </a:r>
            <a:r>
              <a:rPr lang="en-GB" sz="1600" dirty="0">
                <a:latin typeface="Helvetica Neue" panose="02000503000000020004"/>
              </a:rPr>
              <a:t>  </a:t>
            </a:r>
            <a:r>
              <a:rPr lang="en-GB" sz="1000" dirty="0">
                <a:latin typeface="Helvetica Neue" panose="02000503000000020004"/>
              </a:rPr>
              <a:t>Bazerman &amp; Chugh, Harvard Business Review, 2006</a:t>
            </a:r>
          </a:p>
        </p:txBody>
      </p:sp>
    </p:spTree>
    <p:extLst>
      <p:ext uri="{BB962C8B-B14F-4D97-AF65-F5344CB8AC3E}">
        <p14:creationId xmlns:p14="http://schemas.microsoft.com/office/powerpoint/2010/main" val="353711669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CC773-B010-3C5A-1017-52C6848F2417}"/>
            </a:ext>
          </a:extLst>
        </p:cNvPr>
        <p:cNvGrpSpPr/>
        <p:nvPr/>
      </p:nvGrpSpPr>
      <p:grpSpPr>
        <a:xfrm>
          <a:off x="0" y="0"/>
          <a:ext cx="0" cy="0"/>
          <a:chOff x="0" y="0"/>
          <a:chExt cx="0" cy="0"/>
        </a:xfrm>
      </p:grpSpPr>
      <p:pic>
        <p:nvPicPr>
          <p:cNvPr id="2050" name="Picture 2" descr="Professional data viz cards">
            <a:extLst>
              <a:ext uri="{FF2B5EF4-FFF2-40B4-BE49-F238E27FC236}">
                <a16:creationId xmlns:a16="http://schemas.microsoft.com/office/drawing/2014/main" id="{8BC2B5FF-CAD2-36EF-B3D8-F8F37B93E8B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623" t="28516" r="4055" b="22864"/>
          <a:stretch>
            <a:fillRect/>
          </a:stretch>
        </p:blipFill>
        <p:spPr bwMode="auto">
          <a:xfrm>
            <a:off x="6512526" y="2944477"/>
            <a:ext cx="5573457" cy="195675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hink-cell data - do not delete" hidden="1">
            <a:extLst>
              <a:ext uri="{FF2B5EF4-FFF2-40B4-BE49-F238E27FC236}">
                <a16:creationId xmlns:a16="http://schemas.microsoft.com/office/drawing/2014/main" id="{0A21DCCA-A150-1DDA-1879-78E3FB045BF8}"/>
              </a:ext>
            </a:extLst>
          </p:cNvPr>
          <p:cNvGraphicFramePr>
            <a:graphicFrameLocks/>
          </p:cNvGraphicFramePr>
          <p:nvPr>
            <p:custDataLst>
              <p:tags r:id="rId1"/>
            </p:custDataLst>
            <p:extLst>
              <p:ext uri="{D42A27DB-BD31-4B8C-83A1-F6EECF244321}">
                <p14:modId xmlns:p14="http://schemas.microsoft.com/office/powerpoint/2010/main" val="820554112"/>
              </p:ext>
            </p:extLst>
          </p:nvPr>
        </p:nvGraphicFramePr>
        <p:xfrm>
          <a:off x="2118" y="2118"/>
          <a:ext cx="1636" cy="2117"/>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id="{0A21DCCA-A150-1DDA-1879-78E3FB045BF8}"/>
                          </a:ext>
                        </a:extLst>
                      </p:cNvPr>
                      <p:cNvPicPr/>
                      <p:nvPr/>
                    </p:nvPicPr>
                    <p:blipFill>
                      <a:blip r:embed="rId5"/>
                      <a:stretch>
                        <a:fillRect/>
                      </a:stretch>
                    </p:blipFill>
                    <p:spPr>
                      <a:xfrm>
                        <a:off x="2118" y="2118"/>
                        <a:ext cx="1636" cy="2117"/>
                      </a:xfrm>
                      <a:prstGeom prst="rect">
                        <a:avLst/>
                      </a:prstGeom>
                    </p:spPr>
                  </p:pic>
                </p:oleObj>
              </mc:Fallback>
            </mc:AlternateContent>
          </a:graphicData>
        </a:graphic>
      </p:graphicFrame>
      <p:sp>
        <p:nvSpPr>
          <p:cNvPr id="62" name="Rectangle 61">
            <a:extLst>
              <a:ext uri="{FF2B5EF4-FFF2-40B4-BE49-F238E27FC236}">
                <a16:creationId xmlns:a16="http://schemas.microsoft.com/office/drawing/2014/main" id="{E1E8EDFB-68A0-AF36-726B-D545B08B2633}"/>
              </a:ext>
            </a:extLst>
          </p:cNvPr>
          <p:cNvSpPr/>
          <p:nvPr/>
        </p:nvSpPr>
        <p:spPr>
          <a:xfrm>
            <a:off x="731520" y="1565108"/>
            <a:ext cx="5600250" cy="4502371"/>
          </a:xfrm>
          <a:prstGeom prst="rect">
            <a:avLst/>
          </a:prstGeom>
          <a:solidFill>
            <a:schemeClr val="bg1">
              <a:lumMod val="95000"/>
              <a:alpha val="3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40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0" name="ZoneTexte 49">
            <a:extLst>
              <a:ext uri="{FF2B5EF4-FFF2-40B4-BE49-F238E27FC236}">
                <a16:creationId xmlns:a16="http://schemas.microsoft.com/office/drawing/2014/main" id="{E453F63E-5831-0425-888A-8A989641AD06}"/>
              </a:ext>
            </a:extLst>
          </p:cNvPr>
          <p:cNvSpPr txBox="1"/>
          <p:nvPr/>
        </p:nvSpPr>
        <p:spPr>
          <a:xfrm>
            <a:off x="844240" y="1588271"/>
            <a:ext cx="4803648" cy="307777"/>
          </a:xfrm>
          <a:prstGeom prst="rect">
            <a:avLst/>
          </a:prstGeom>
          <a:noFill/>
        </p:spPr>
        <p:txBody>
          <a:bodyPr wrap="square" rtlCol="0">
            <a:spAutoFit/>
          </a:bodyPr>
          <a:lstStyle/>
          <a:p>
            <a:r>
              <a:rPr lang="en-GB" sz="1400" b="1">
                <a:latin typeface="Helvetica Neue" panose="02000503000000020004" pitchFamily="2" charset="0"/>
                <a:ea typeface="Helvetica Neue" panose="02000503000000020004" pitchFamily="2" charset="0"/>
                <a:cs typeface="Helvetica Neue" panose="02000503000000020004" pitchFamily="2" charset="0"/>
              </a:rPr>
              <a:t>Key Insights</a:t>
            </a:r>
          </a:p>
        </p:txBody>
      </p:sp>
      <p:cxnSp>
        <p:nvCxnSpPr>
          <p:cNvPr id="51" name="Connecteur droit 50">
            <a:extLst>
              <a:ext uri="{FF2B5EF4-FFF2-40B4-BE49-F238E27FC236}">
                <a16:creationId xmlns:a16="http://schemas.microsoft.com/office/drawing/2014/main" id="{DD8C2FE0-32E0-4A62-B7B7-EDFBCD921A97}"/>
              </a:ext>
            </a:extLst>
          </p:cNvPr>
          <p:cNvCxnSpPr>
            <a:cxnSpLocks/>
          </p:cNvCxnSpPr>
          <p:nvPr/>
        </p:nvCxnSpPr>
        <p:spPr>
          <a:xfrm>
            <a:off x="948817" y="1914136"/>
            <a:ext cx="1394515" cy="0"/>
          </a:xfrm>
          <a:prstGeom prst="line">
            <a:avLst/>
          </a:prstGeom>
          <a:ln w="19050">
            <a:solidFill>
              <a:srgbClr val="011B5D"/>
            </a:solidFill>
          </a:ln>
          <a:effectLst>
            <a:outerShdw dist="20000" sx="1000" sy="1000"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sp>
        <p:nvSpPr>
          <p:cNvPr id="53" name="ZoneTexte 52">
            <a:extLst>
              <a:ext uri="{FF2B5EF4-FFF2-40B4-BE49-F238E27FC236}">
                <a16:creationId xmlns:a16="http://schemas.microsoft.com/office/drawing/2014/main" id="{74AAA35B-0F45-BF5E-88FD-BE2E9D17E514}"/>
              </a:ext>
            </a:extLst>
          </p:cNvPr>
          <p:cNvSpPr txBox="1"/>
          <p:nvPr/>
        </p:nvSpPr>
        <p:spPr>
          <a:xfrm>
            <a:off x="821868" y="2076399"/>
            <a:ext cx="5509902" cy="3539430"/>
          </a:xfrm>
          <a:prstGeom prst="rect">
            <a:avLst/>
          </a:prstGeom>
          <a:noFill/>
        </p:spPr>
        <p:txBody>
          <a:bodyPr wrap="square" lIns="91440" tIns="45720" rIns="91440" bIns="45720" rtlCol="0" anchor="t">
            <a:spAutoFit/>
          </a:bodyPr>
          <a:lstStyle/>
          <a:p>
            <a:pPr lvl="0" defTabSz="914400" eaLnBrk="0" fontAlgn="base" hangingPunct="0">
              <a:spcBef>
                <a:spcPct val="0"/>
              </a:spcBef>
              <a:spcAft>
                <a:spcPct val="0"/>
              </a:spcAft>
              <a:buFontTx/>
              <a:buChar char="•"/>
            </a:pPr>
            <a:r>
              <a:rPr lang="en-GB" altLang="en-US" sz="1600" b="1" dirty="0">
                <a:latin typeface="Helvetica Neue" panose="02000503000000020004"/>
              </a:rPr>
              <a:t>Hidden Data Issues</a:t>
            </a:r>
            <a:r>
              <a:rPr lang="en-GB" altLang="en-US" sz="1600" dirty="0">
                <a:latin typeface="Helvetica Neue" panose="02000503000000020004"/>
              </a:rPr>
              <a:t>: A cardinality audit revealed that columns officially showing 0% missing values were actually full of dirty inputs: strings instead of numbers ("1 pax", "~5"), mixed IATA casings ("TIA", "Tia"), and 6 mixed date formats.</a:t>
            </a:r>
          </a:p>
          <a:p>
            <a:pPr lvl="0" defTabSz="914400" eaLnBrk="0" fontAlgn="base" hangingPunct="0">
              <a:spcBef>
                <a:spcPct val="0"/>
              </a:spcBef>
              <a:spcAft>
                <a:spcPct val="0"/>
              </a:spcAft>
              <a:buFontTx/>
              <a:buChar char="•"/>
            </a:pPr>
            <a:endParaRPr lang="en-GB" altLang="en-US" sz="1600" dirty="0">
              <a:latin typeface="Helvetica Neue" panose="02000503000000020004"/>
            </a:endParaRPr>
          </a:p>
          <a:p>
            <a:pPr lvl="0" defTabSz="914400" eaLnBrk="0" fontAlgn="base" hangingPunct="0">
              <a:spcBef>
                <a:spcPct val="0"/>
              </a:spcBef>
              <a:spcAft>
                <a:spcPct val="0"/>
              </a:spcAft>
              <a:buFontTx/>
              <a:buChar char="•"/>
            </a:pPr>
            <a:r>
              <a:rPr lang="en-GB" altLang="en-US" sz="1600" b="1" dirty="0">
                <a:latin typeface="Helvetica Neue" panose="02000503000000020004"/>
              </a:rPr>
              <a:t>Standardization &gt; Imputation</a:t>
            </a:r>
            <a:r>
              <a:rPr lang="en-GB" altLang="en-US" sz="1600" dirty="0">
                <a:latin typeface="Helvetica Neue" panose="02000503000000020004"/>
              </a:rPr>
              <a:t>: Only three columns had true missing values (e.g., OPERATOR_NOTES at 99%). The real challenge was fixing the inconsistent Italian raw text.</a:t>
            </a:r>
          </a:p>
          <a:p>
            <a:pPr lvl="0" defTabSz="914400" eaLnBrk="0" fontAlgn="base" hangingPunct="0">
              <a:spcBef>
                <a:spcPct val="0"/>
              </a:spcBef>
              <a:spcAft>
                <a:spcPct val="0"/>
              </a:spcAft>
              <a:buFontTx/>
              <a:buChar char="•"/>
            </a:pPr>
            <a:endParaRPr lang="en-GB" altLang="en-US" sz="1600" dirty="0">
              <a:latin typeface="Helvetica Neue" panose="02000503000000020004"/>
            </a:endParaRPr>
          </a:p>
          <a:p>
            <a:pPr lvl="0" defTabSz="914400" eaLnBrk="0" fontAlgn="base" hangingPunct="0">
              <a:spcBef>
                <a:spcPct val="0"/>
              </a:spcBef>
              <a:spcAft>
                <a:spcPct val="0"/>
              </a:spcAft>
              <a:buFontTx/>
              <a:buChar char="•"/>
            </a:pPr>
            <a:r>
              <a:rPr lang="en-GB" altLang="en-US" sz="1600" b="1" dirty="0">
                <a:latin typeface="Helvetica Neue" panose="02000503000000020004"/>
              </a:rPr>
              <a:t>The Resolution</a:t>
            </a:r>
            <a:r>
              <a:rPr lang="en-GB" altLang="en-US" sz="1600" dirty="0">
                <a:latin typeface="Helvetica Neue" panose="02000503000000020004"/>
              </a:rPr>
              <a:t>: We built 5 reference dictionaries and applied targeted cleaning to output </a:t>
            </a:r>
            <a:r>
              <a:rPr lang="en-GB" altLang="en-US" sz="1600" b="1" dirty="0">
                <a:latin typeface="Helvetica Neue" panose="02000503000000020004"/>
              </a:rPr>
              <a:t>718 pristine route-level observations</a:t>
            </a:r>
            <a:r>
              <a:rPr lang="en-GB" altLang="en-US" sz="1600" dirty="0">
                <a:latin typeface="Helvetica Neue" panose="02000503000000020004"/>
              </a:rPr>
              <a:t>, perfectly formatted for modelling.</a:t>
            </a:r>
            <a:endParaRPr lang="en-US" altLang="en-US" sz="1600" dirty="0">
              <a:latin typeface="Helvetica Neue" panose="02000503000000020004"/>
            </a:endParaRPr>
          </a:p>
        </p:txBody>
      </p:sp>
      <p:sp>
        <p:nvSpPr>
          <p:cNvPr id="10" name="Text 2">
            <a:extLst>
              <a:ext uri="{FF2B5EF4-FFF2-40B4-BE49-F238E27FC236}">
                <a16:creationId xmlns:a16="http://schemas.microsoft.com/office/drawing/2014/main" id="{6BCBD099-5E93-2817-541B-C6C6E87BD2AC}"/>
              </a:ext>
            </a:extLst>
          </p:cNvPr>
          <p:cNvSpPr/>
          <p:nvPr/>
        </p:nvSpPr>
        <p:spPr>
          <a:xfrm>
            <a:off x="731520" y="243840"/>
            <a:ext cx="10363200" cy="548640"/>
          </a:xfrm>
          <a:prstGeom prst="rect">
            <a:avLst/>
          </a:prstGeom>
          <a:noFill/>
          <a:ln/>
        </p:spPr>
        <p:txBody>
          <a:bodyPr wrap="square" lIns="0" tIns="0" rIns="0" bIns="0" rtlCol="0" anchor="ctr"/>
          <a:lstStyle/>
          <a:p>
            <a:r>
              <a:rPr lang="en-GB" sz="2500" b="1" dirty="0">
                <a:solidFill>
                  <a:srgbClr val="1B2A4A"/>
                </a:solidFill>
                <a:latin typeface="Georgia" panose="02040502050405020303" pitchFamily="18" charset="0"/>
                <a:ea typeface="Helvetica Neue" panose="02000503000000020004" pitchFamily="2" charset="0"/>
                <a:cs typeface="Helvetica Neue" panose="02000503000000020004" pitchFamily="2" charset="0"/>
              </a:rPr>
              <a:t>Two messy Italian datasets required systematic quality engineering before any modelling</a:t>
            </a:r>
            <a:endParaRPr lang="en-US" sz="2500" b="1" dirty="0">
              <a:solidFill>
                <a:srgbClr val="1B2A4A"/>
              </a:solidFill>
              <a:latin typeface="Georgia" panose="02040502050405020303" pitchFamily="18" charset="0"/>
              <a:ea typeface="Helvetica Neue" panose="02000503000000020004" pitchFamily="2" charset="0"/>
              <a:cs typeface="Helvetica Neue" panose="02000503000000020004" pitchFamily="2" charset="0"/>
            </a:endParaRPr>
          </a:p>
        </p:txBody>
      </p:sp>
      <p:sp>
        <p:nvSpPr>
          <p:cNvPr id="11" name="Text 3">
            <a:extLst>
              <a:ext uri="{FF2B5EF4-FFF2-40B4-BE49-F238E27FC236}">
                <a16:creationId xmlns:a16="http://schemas.microsoft.com/office/drawing/2014/main" id="{9E364E8C-17F7-6219-4C8B-473F9A608BF7}"/>
              </a:ext>
            </a:extLst>
          </p:cNvPr>
          <p:cNvSpPr/>
          <p:nvPr/>
        </p:nvSpPr>
        <p:spPr>
          <a:xfrm>
            <a:off x="731520" y="911748"/>
            <a:ext cx="10363200" cy="365760"/>
          </a:xfrm>
          <a:prstGeom prst="rect">
            <a:avLst/>
          </a:prstGeom>
          <a:noFill/>
          <a:ln/>
        </p:spPr>
        <p:txBody>
          <a:bodyPr wrap="square" lIns="0" tIns="0" rIns="0" bIns="0" rtlCol="0" anchor="ctr"/>
          <a:lstStyle/>
          <a:p>
            <a:r>
              <a:rPr lang="en-US" sz="1600" i="1" dirty="0">
                <a:solidFill>
                  <a:srgbClr val="475569"/>
                </a:solidFill>
                <a:latin typeface="Helvetica Neue" panose="02000503000000020004" pitchFamily="2" charset="0"/>
                <a:ea typeface="Helvetica Neue" panose="02000503000000020004" pitchFamily="2" charset="0"/>
                <a:cs typeface="Helvetica Neue" panose="02000503000000020004" pitchFamily="2" charset="0"/>
              </a:rPr>
              <a:t>Data Overview and Quality Challenge</a:t>
            </a:r>
            <a:endParaRPr lang="en-US" sz="16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2" name="Rectangle 11">
            <a:extLst>
              <a:ext uri="{FF2B5EF4-FFF2-40B4-BE49-F238E27FC236}">
                <a16:creationId xmlns:a16="http://schemas.microsoft.com/office/drawing/2014/main" id="{B44DFBF6-F087-AF26-E4E6-4E755C892A2F}"/>
              </a:ext>
            </a:extLst>
          </p:cNvPr>
          <p:cNvSpPr/>
          <p:nvPr/>
        </p:nvSpPr>
        <p:spPr>
          <a:xfrm>
            <a:off x="548640" y="6355080"/>
            <a:ext cx="11094415" cy="9525"/>
          </a:xfrm>
          <a:prstGeom prst="rect">
            <a:avLst/>
          </a:prstGeom>
          <a:solidFill>
            <a:srgbClr val="E0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3" name="Slide Number Placeholder 22">
            <a:extLst>
              <a:ext uri="{FF2B5EF4-FFF2-40B4-BE49-F238E27FC236}">
                <a16:creationId xmlns:a16="http://schemas.microsoft.com/office/drawing/2014/main" id="{8357974B-6DB6-9D2C-B297-4CED00045838}"/>
              </a:ext>
            </a:extLst>
          </p:cNvPr>
          <p:cNvSpPr txBox="1">
            <a:spLocks/>
          </p:cNvSpPr>
          <p:nvPr/>
        </p:nvSpPr>
        <p:spPr>
          <a:xfrm>
            <a:off x="9601200" y="6356350"/>
            <a:ext cx="2133600" cy="365125"/>
          </a:xfrm>
          <a:prstGeom prst="rect">
            <a:avLst/>
          </a:prstGeom>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C1FF6DA9-008F-8B48-92A6-B652298478BF}" type="slidenum">
              <a:rPr lang="en-US" sz="1200" smtClean="0">
                <a:solidFill>
                  <a:schemeClr val="bg1">
                    <a:lumMod val="65000"/>
                  </a:schemeClr>
                </a:solidFill>
                <a:latin typeface="Helvetica Neue" panose="02000503000000020004" pitchFamily="2" charset="0"/>
                <a:ea typeface="Helvetica Neue" panose="02000503000000020004" pitchFamily="2" charset="0"/>
                <a:cs typeface="Helvetica Neue" panose="02000503000000020004" pitchFamily="2" charset="0"/>
              </a:rPr>
              <a:pPr algn="r"/>
              <a:t>5</a:t>
            </a:fld>
            <a:endParaRPr lang="en-US" sz="1200">
              <a:solidFill>
                <a:schemeClr val="bg1">
                  <a:lumMod val="65000"/>
                </a:schemeClr>
              </a:solidFill>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101925367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47382-FE79-E9AC-7834-22260911FFC4}"/>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80526220-B05B-7664-F5C5-D02F4C4D7572}"/>
              </a:ext>
            </a:extLst>
          </p:cNvPr>
          <p:cNvGraphicFramePr>
            <a:graphicFrameLocks/>
          </p:cNvGraphicFramePr>
          <p:nvPr>
            <p:custDataLst>
              <p:tags r:id="rId1"/>
            </p:custDataLst>
          </p:nvPr>
        </p:nvGraphicFramePr>
        <p:xfrm>
          <a:off x="2118" y="2118"/>
          <a:ext cx="1636" cy="2117"/>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 name="think-cell data - do not delete" hidden="1">
                        <a:extLst>
                          <a:ext uri="{FF2B5EF4-FFF2-40B4-BE49-F238E27FC236}">
                            <a16:creationId xmlns:a16="http://schemas.microsoft.com/office/drawing/2014/main" id="{80526220-B05B-7664-F5C5-D02F4C4D7572}"/>
                          </a:ext>
                        </a:extLst>
                      </p:cNvPr>
                      <p:cNvPicPr/>
                      <p:nvPr/>
                    </p:nvPicPr>
                    <p:blipFill>
                      <a:blip r:embed="rId4"/>
                      <a:stretch>
                        <a:fillRect/>
                      </a:stretch>
                    </p:blipFill>
                    <p:spPr>
                      <a:xfrm>
                        <a:off x="2118" y="2118"/>
                        <a:ext cx="1636" cy="2117"/>
                      </a:xfrm>
                      <a:prstGeom prst="rect">
                        <a:avLst/>
                      </a:prstGeom>
                    </p:spPr>
                  </p:pic>
                </p:oleObj>
              </mc:Fallback>
            </mc:AlternateContent>
          </a:graphicData>
        </a:graphic>
      </p:graphicFrame>
      <p:sp>
        <p:nvSpPr>
          <p:cNvPr id="62" name="Rectangle 61">
            <a:extLst>
              <a:ext uri="{FF2B5EF4-FFF2-40B4-BE49-F238E27FC236}">
                <a16:creationId xmlns:a16="http://schemas.microsoft.com/office/drawing/2014/main" id="{6B5A08A3-02BD-A3D3-97C1-61659C51A2A1}"/>
              </a:ext>
            </a:extLst>
          </p:cNvPr>
          <p:cNvSpPr/>
          <p:nvPr/>
        </p:nvSpPr>
        <p:spPr>
          <a:xfrm>
            <a:off x="6269018" y="1387379"/>
            <a:ext cx="5575489" cy="4558873"/>
          </a:xfrm>
          <a:prstGeom prst="rect">
            <a:avLst/>
          </a:prstGeom>
          <a:solidFill>
            <a:schemeClr val="bg1">
              <a:lumMod val="95000"/>
              <a:alpha val="3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40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0" name="ZoneTexte 49">
            <a:extLst>
              <a:ext uri="{FF2B5EF4-FFF2-40B4-BE49-F238E27FC236}">
                <a16:creationId xmlns:a16="http://schemas.microsoft.com/office/drawing/2014/main" id="{56657C63-7081-D5C9-77A2-5AF7DC126428}"/>
              </a:ext>
            </a:extLst>
          </p:cNvPr>
          <p:cNvSpPr txBox="1"/>
          <p:nvPr/>
        </p:nvSpPr>
        <p:spPr>
          <a:xfrm>
            <a:off x="6300440" y="1426251"/>
            <a:ext cx="4090616" cy="307777"/>
          </a:xfrm>
          <a:prstGeom prst="rect">
            <a:avLst/>
          </a:prstGeom>
          <a:noFill/>
        </p:spPr>
        <p:txBody>
          <a:bodyPr wrap="square" lIns="91440" tIns="45720" rIns="91440" bIns="45720" rtlCol="0" anchor="t">
            <a:spAutoFit/>
          </a:bodyPr>
          <a:lstStyle/>
          <a:p>
            <a:r>
              <a:rPr lang="en-GB" sz="1400" b="1" dirty="0">
                <a:latin typeface="Helvetica Neue" panose="02000503000000020004" pitchFamily="2" charset="0"/>
                <a:ea typeface="Helvetica Neue" panose="02000503000000020004" pitchFamily="2" charset="0"/>
                <a:cs typeface="Helvetica Neue" panose="02000503000000020004" pitchFamily="2" charset="0"/>
              </a:rPr>
              <a:t>Key Insights</a:t>
            </a:r>
          </a:p>
        </p:txBody>
      </p:sp>
      <p:cxnSp>
        <p:nvCxnSpPr>
          <p:cNvPr id="51" name="Connecteur droit 50">
            <a:extLst>
              <a:ext uri="{FF2B5EF4-FFF2-40B4-BE49-F238E27FC236}">
                <a16:creationId xmlns:a16="http://schemas.microsoft.com/office/drawing/2014/main" id="{BB9B105F-7D85-9018-ED48-D20C0F704FC2}"/>
              </a:ext>
            </a:extLst>
          </p:cNvPr>
          <p:cNvCxnSpPr>
            <a:cxnSpLocks/>
          </p:cNvCxnSpPr>
          <p:nvPr/>
        </p:nvCxnSpPr>
        <p:spPr>
          <a:xfrm>
            <a:off x="6361296" y="1734028"/>
            <a:ext cx="1187520" cy="0"/>
          </a:xfrm>
          <a:prstGeom prst="line">
            <a:avLst/>
          </a:prstGeom>
          <a:ln w="19050">
            <a:solidFill>
              <a:srgbClr val="011B5D"/>
            </a:solidFill>
          </a:ln>
          <a:effectLst>
            <a:outerShdw dist="20000" sx="1000" sy="1000"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sp>
        <p:nvSpPr>
          <p:cNvPr id="53" name="ZoneTexte 52">
            <a:extLst>
              <a:ext uri="{FF2B5EF4-FFF2-40B4-BE49-F238E27FC236}">
                <a16:creationId xmlns:a16="http://schemas.microsoft.com/office/drawing/2014/main" id="{13EAF502-1466-9B31-FA67-E019607BA747}"/>
              </a:ext>
            </a:extLst>
          </p:cNvPr>
          <p:cNvSpPr txBox="1"/>
          <p:nvPr/>
        </p:nvSpPr>
        <p:spPr>
          <a:xfrm>
            <a:off x="6361296" y="1914379"/>
            <a:ext cx="5445569" cy="4031873"/>
          </a:xfrm>
          <a:prstGeom prst="rect">
            <a:avLst/>
          </a:prstGeom>
          <a:noFill/>
        </p:spPr>
        <p:txBody>
          <a:bodyPr wrap="square" lIns="91440" tIns="45720" rIns="91440" bIns="45720" rtlCol="0" anchor="t">
            <a:spAutoFit/>
          </a:bodyPr>
          <a:lstStyle/>
          <a:p>
            <a:pPr algn="just" defTabSz="914400">
              <a:spcBef>
                <a:spcPct val="0"/>
              </a:spcBef>
              <a:spcAft>
                <a:spcPct val="0"/>
              </a:spcAft>
            </a:pPr>
            <a:r>
              <a:rPr lang="fr-BE" sz="1600" b="1" dirty="0">
                <a:latin typeface="Helvetica Neue"/>
                <a:ea typeface="Helvetica Neue"/>
                <a:cs typeface="Helvetica Neue" panose="02000503000000020004" pitchFamily="2" charset="0"/>
              </a:rPr>
              <a:t>Volume ≠ Risk: </a:t>
            </a:r>
            <a:r>
              <a:rPr lang="en-GB" sz="1600" dirty="0">
                <a:latin typeface="Helvetica Neue"/>
                <a:ea typeface="Helvetica Neue"/>
                <a:cs typeface="Helvetica Neue" panose="02000503000000020004" pitchFamily="2" charset="0"/>
              </a:rPr>
              <a:t>A Pearson correlation of -0.019 proves that larger flights do not proportionally generate more alerts. Security risk is mathematically decoupled from traffic size.</a:t>
            </a:r>
          </a:p>
          <a:p>
            <a:pPr algn="just" defTabSz="914400">
              <a:spcBef>
                <a:spcPct val="0"/>
              </a:spcBef>
              <a:spcAft>
                <a:spcPct val="0"/>
              </a:spcAft>
            </a:pPr>
            <a:endParaRPr lang="fr-BE" sz="1600" dirty="0">
              <a:latin typeface="Helvetica Neue" panose="02000503000000020004" pitchFamily="2" charset="0"/>
              <a:ea typeface="Helvetica Neue" panose="02000503000000020004" pitchFamily="2" charset="0"/>
              <a:cs typeface="Helvetica Neue" panose="02000503000000020004" pitchFamily="2" charset="0"/>
            </a:endParaRPr>
          </a:p>
          <a:p>
            <a:pPr algn="just" defTabSz="914400">
              <a:spcBef>
                <a:spcPct val="0"/>
              </a:spcBef>
              <a:spcAft>
                <a:spcPct val="0"/>
              </a:spcAft>
            </a:pPr>
            <a:r>
              <a:rPr lang="fr-BE" sz="1600" b="1" dirty="0">
                <a:latin typeface="Helvetica Neue"/>
                <a:ea typeface="Helvetica Neue"/>
                <a:cs typeface="Helvetica Neue" panose="02000503000000020004" pitchFamily="2" charset="0"/>
              </a:rPr>
              <a:t>The Small-Sample Trap: </a:t>
            </a:r>
            <a:r>
              <a:rPr lang="en-GB" sz="1600" dirty="0">
                <a:latin typeface="Helvetica Neue"/>
                <a:ea typeface="Helvetica Neue"/>
                <a:cs typeface="Helvetica Neue" panose="02000503000000020004" pitchFamily="2" charset="0"/>
              </a:rPr>
              <a:t>Manual detection relying on "highest alert rates" is flawed. Tiny flights (&lt; 10 passengers) hit a 100% alert rate from a single incident, creating operational noise rather than revealing systemic threats.</a:t>
            </a:r>
          </a:p>
          <a:p>
            <a:pPr algn="just" defTabSz="914400">
              <a:spcBef>
                <a:spcPct val="0"/>
              </a:spcBef>
              <a:spcAft>
                <a:spcPct val="0"/>
              </a:spcAft>
            </a:pPr>
            <a:endParaRPr lang="fr-BE" sz="1600" b="1" dirty="0">
              <a:latin typeface="Helvetica Neue" panose="02000503000000020004" pitchFamily="2" charset="0"/>
              <a:ea typeface="Helvetica Neue" panose="02000503000000020004" pitchFamily="2" charset="0"/>
              <a:cs typeface="Helvetica Neue" panose="02000503000000020004" pitchFamily="2" charset="0"/>
            </a:endParaRPr>
          </a:p>
          <a:p>
            <a:pPr algn="just" defTabSz="914400">
              <a:spcBef>
                <a:spcPct val="0"/>
              </a:spcBef>
              <a:spcAft>
                <a:spcPct val="0"/>
              </a:spcAft>
            </a:pPr>
            <a:r>
              <a:rPr lang="fr-BE" sz="1600" b="1" dirty="0">
                <a:latin typeface="Helvetica Neue"/>
                <a:ea typeface="Helvetica Neue"/>
                <a:cs typeface="Helvetica Neue" panose="02000503000000020004" pitchFamily="2" charset="0"/>
              </a:rPr>
              <a:t>The Data-Driven </a:t>
            </a:r>
            <a:r>
              <a:rPr lang="fr-BE" sz="1600" b="1" dirty="0" err="1">
                <a:latin typeface="Helvetica Neue"/>
                <a:ea typeface="Helvetica Neue"/>
                <a:cs typeface="Helvetica Neue" panose="02000503000000020004" pitchFamily="2" charset="0"/>
              </a:rPr>
              <a:t>Imperative</a:t>
            </a:r>
            <a:r>
              <a:rPr lang="fr-BE" sz="1600" b="1" dirty="0">
                <a:latin typeface="Helvetica Neue"/>
                <a:ea typeface="Helvetica Neue"/>
                <a:cs typeface="Helvetica Neue" panose="02000503000000020004" pitchFamily="2" charset="0"/>
              </a:rPr>
              <a:t>: </a:t>
            </a:r>
            <a:r>
              <a:rPr lang="en-GB" sz="1600" dirty="0">
                <a:latin typeface="Georgia"/>
                <a:ea typeface="+mn-lt"/>
                <a:cs typeface="+mn-lt"/>
              </a:rPr>
              <a:t>Static rules fail in this variance. To move from reactive sorting to proactive detection, we must deploy algorithmic models capable of identifying hidden </a:t>
            </a:r>
            <a:r>
              <a:rPr lang="en-GB" sz="1600" dirty="0" err="1">
                <a:latin typeface="Georgia"/>
                <a:ea typeface="+mn-lt"/>
                <a:cs typeface="+mn-lt"/>
              </a:rPr>
              <a:t>behavioral</a:t>
            </a:r>
            <a:r>
              <a:rPr lang="en-GB" sz="1600" dirty="0">
                <a:latin typeface="Georgia"/>
                <a:ea typeface="+mn-lt"/>
                <a:cs typeface="+mn-lt"/>
              </a:rPr>
              <a:t> anomalies regardless of flight size.</a:t>
            </a:r>
            <a:endParaRPr lang="fr-BE" sz="1600" dirty="0">
              <a:latin typeface="Georgia"/>
              <a:ea typeface="+mn-lt"/>
              <a:cs typeface="+mn-lt"/>
            </a:endParaRPr>
          </a:p>
        </p:txBody>
      </p:sp>
      <p:sp>
        <p:nvSpPr>
          <p:cNvPr id="14" name="Text 2">
            <a:extLst>
              <a:ext uri="{FF2B5EF4-FFF2-40B4-BE49-F238E27FC236}">
                <a16:creationId xmlns:a16="http://schemas.microsoft.com/office/drawing/2014/main" id="{9BB63179-05E4-1566-A8AD-732D3DFA8F47}"/>
              </a:ext>
            </a:extLst>
          </p:cNvPr>
          <p:cNvSpPr/>
          <p:nvPr/>
        </p:nvSpPr>
        <p:spPr>
          <a:xfrm>
            <a:off x="731520" y="243840"/>
            <a:ext cx="10363200" cy="548640"/>
          </a:xfrm>
          <a:prstGeom prst="rect">
            <a:avLst/>
          </a:prstGeom>
          <a:noFill/>
          <a:ln/>
        </p:spPr>
        <p:txBody>
          <a:bodyPr wrap="square" lIns="0" tIns="0" rIns="0" bIns="0" rtlCol="0" anchor="ctr"/>
          <a:lstStyle/>
          <a:p>
            <a:r>
              <a:rPr lang="en-GB" sz="2500" b="1" dirty="0">
                <a:solidFill>
                  <a:srgbClr val="1B2A4A"/>
                </a:solidFill>
                <a:latin typeface="Georgia"/>
                <a:ea typeface="+mn-lt"/>
                <a:cs typeface="+mn-lt"/>
              </a:rPr>
              <a:t>Volume does not equal risk, separating true threats from statistical noise requires a data-driven model</a:t>
            </a:r>
            <a:endParaRPr lang="it-IT" sz="2500" b="1" dirty="0">
              <a:latin typeface="Georgia"/>
            </a:endParaRPr>
          </a:p>
        </p:txBody>
      </p:sp>
      <p:sp>
        <p:nvSpPr>
          <p:cNvPr id="15" name="Text 3">
            <a:extLst>
              <a:ext uri="{FF2B5EF4-FFF2-40B4-BE49-F238E27FC236}">
                <a16:creationId xmlns:a16="http://schemas.microsoft.com/office/drawing/2014/main" id="{C3F88186-613D-CEE8-38D7-6A9084EDA45B}"/>
              </a:ext>
            </a:extLst>
          </p:cNvPr>
          <p:cNvSpPr/>
          <p:nvPr/>
        </p:nvSpPr>
        <p:spPr>
          <a:xfrm>
            <a:off x="731520" y="911748"/>
            <a:ext cx="10363200" cy="365760"/>
          </a:xfrm>
          <a:prstGeom prst="rect">
            <a:avLst/>
          </a:prstGeom>
          <a:noFill/>
          <a:ln/>
        </p:spPr>
        <p:txBody>
          <a:bodyPr wrap="square" lIns="0" tIns="0" rIns="0" bIns="0" rtlCol="0" anchor="ctr"/>
          <a:lstStyle/>
          <a:p>
            <a:r>
              <a:rPr lang="en-GB" sz="1600" i="1" dirty="0">
                <a:solidFill>
                  <a:srgbClr val="475569"/>
                </a:solidFill>
                <a:latin typeface="Helvetica Neue" panose="02000503000000020004" pitchFamily="2" charset="0"/>
                <a:ea typeface="Helvetica Neue" panose="02000503000000020004" pitchFamily="2" charset="0"/>
                <a:cs typeface="Helvetica Neue" panose="02000503000000020004" pitchFamily="2" charset="0"/>
              </a:rPr>
              <a:t>Route-level analysis: Why traditional volume-based profiling fails.</a:t>
            </a:r>
            <a:endParaRPr lang="en-US" sz="16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6" name="Rectangle 15">
            <a:extLst>
              <a:ext uri="{FF2B5EF4-FFF2-40B4-BE49-F238E27FC236}">
                <a16:creationId xmlns:a16="http://schemas.microsoft.com/office/drawing/2014/main" id="{806FA73B-CFE3-E2D7-BC47-258F40E92447}"/>
              </a:ext>
            </a:extLst>
          </p:cNvPr>
          <p:cNvSpPr/>
          <p:nvPr/>
        </p:nvSpPr>
        <p:spPr>
          <a:xfrm>
            <a:off x="548640" y="6355080"/>
            <a:ext cx="11094415" cy="9525"/>
          </a:xfrm>
          <a:prstGeom prst="rect">
            <a:avLst/>
          </a:prstGeom>
          <a:solidFill>
            <a:srgbClr val="E0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7" name="Slide Number Placeholder 22">
            <a:extLst>
              <a:ext uri="{FF2B5EF4-FFF2-40B4-BE49-F238E27FC236}">
                <a16:creationId xmlns:a16="http://schemas.microsoft.com/office/drawing/2014/main" id="{281E20B8-7870-E834-C6F1-ED1356B253DF}"/>
              </a:ext>
            </a:extLst>
          </p:cNvPr>
          <p:cNvSpPr txBox="1">
            <a:spLocks/>
          </p:cNvSpPr>
          <p:nvPr/>
        </p:nvSpPr>
        <p:spPr>
          <a:xfrm>
            <a:off x="9601200" y="6356350"/>
            <a:ext cx="2133600" cy="365125"/>
          </a:xfrm>
          <a:prstGeom prst="rect">
            <a:avLst/>
          </a:prstGeom>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C1FF6DA9-008F-8B48-92A6-B652298478BF}" type="slidenum">
              <a:rPr lang="en-US" sz="1200" smtClean="0">
                <a:solidFill>
                  <a:schemeClr val="bg1">
                    <a:lumMod val="65000"/>
                  </a:schemeClr>
                </a:solidFill>
                <a:latin typeface="Helvetica Neue" panose="02000503000000020004" pitchFamily="2" charset="0"/>
                <a:ea typeface="Helvetica Neue" panose="02000503000000020004" pitchFamily="2" charset="0"/>
                <a:cs typeface="Helvetica Neue" panose="02000503000000020004" pitchFamily="2" charset="0"/>
              </a:rPr>
              <a:pPr algn="r"/>
              <a:t>6</a:t>
            </a:fld>
            <a:endParaRPr lang="en-US" sz="1200">
              <a:solidFill>
                <a:schemeClr val="bg1">
                  <a:lumMod val="65000"/>
                </a:schemeClr>
              </a:solidFill>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3" name="Picture 2">
            <a:extLst>
              <a:ext uri="{FF2B5EF4-FFF2-40B4-BE49-F238E27FC236}">
                <a16:creationId xmlns:a16="http://schemas.microsoft.com/office/drawing/2014/main" id="{35F4119E-B706-9F99-EFCE-E844C1FF7125}"/>
              </a:ext>
            </a:extLst>
          </p:cNvPr>
          <p:cNvPicPr>
            <a:picLocks noChangeAspect="1"/>
          </p:cNvPicPr>
          <p:nvPr/>
        </p:nvPicPr>
        <p:blipFill>
          <a:blip r:embed="rId5"/>
          <a:srcRect t="4129"/>
          <a:stretch>
            <a:fillRect/>
          </a:stretch>
        </p:blipFill>
        <p:spPr>
          <a:xfrm>
            <a:off x="173929" y="2292096"/>
            <a:ext cx="5922071" cy="3201048"/>
          </a:xfrm>
          <a:prstGeom prst="rect">
            <a:avLst/>
          </a:prstGeom>
          <a:ln>
            <a:solidFill>
              <a:schemeClr val="tx1"/>
            </a:solidFill>
          </a:ln>
        </p:spPr>
      </p:pic>
      <p:sp>
        <p:nvSpPr>
          <p:cNvPr id="5" name="TextBox 4">
            <a:extLst>
              <a:ext uri="{FF2B5EF4-FFF2-40B4-BE49-F238E27FC236}">
                <a16:creationId xmlns:a16="http://schemas.microsoft.com/office/drawing/2014/main" id="{5086A3C1-06A3-87B9-B489-AF09F6F64FB4}"/>
              </a:ext>
            </a:extLst>
          </p:cNvPr>
          <p:cNvSpPr txBox="1"/>
          <p:nvPr/>
        </p:nvSpPr>
        <p:spPr>
          <a:xfrm>
            <a:off x="173929" y="5540669"/>
            <a:ext cx="5922071" cy="646331"/>
          </a:xfrm>
          <a:prstGeom prst="rect">
            <a:avLst/>
          </a:prstGeom>
          <a:noFill/>
        </p:spPr>
        <p:txBody>
          <a:bodyPr wrap="square">
            <a:spAutoFit/>
          </a:bodyPr>
          <a:lstStyle/>
          <a:p>
            <a:r>
              <a:rPr lang="en-GB" sz="1200" b="1" dirty="0" err="1">
                <a:latin typeface="Helvetica Neue" panose="02000503000000020004"/>
                <a:ea typeface="Helvetica Neue" panose="02000503000000020004"/>
              </a:rPr>
              <a:t>Note</a:t>
            </a:r>
            <a:r>
              <a:rPr lang="en-GB" sz="1200" dirty="0" err="1">
                <a:latin typeface="Helvetica Neue" panose="02000503000000020004"/>
                <a:ea typeface="Helvetica Neue" panose="02000503000000020004"/>
              </a:rPr>
              <a:t>:Alert</a:t>
            </a:r>
            <a:r>
              <a:rPr lang="en-GB" sz="1200" dirty="0">
                <a:latin typeface="Helvetica Neue" panose="02000503000000020004"/>
                <a:ea typeface="Helvetica Neue" panose="02000503000000020004"/>
              </a:rPr>
              <a:t> rate = total alarms / total investigated, capped at 100%. Pearson r computed on 718 route-level observations. Zones represent geographic risk classifications assigned by border control authorities.</a:t>
            </a:r>
          </a:p>
        </p:txBody>
      </p:sp>
      <p:sp>
        <p:nvSpPr>
          <p:cNvPr id="8" name="TextBox 7">
            <a:extLst>
              <a:ext uri="{FF2B5EF4-FFF2-40B4-BE49-F238E27FC236}">
                <a16:creationId xmlns:a16="http://schemas.microsoft.com/office/drawing/2014/main" id="{DBC0FA6D-ED75-3280-3A8F-C213C0A3E334}"/>
              </a:ext>
            </a:extLst>
          </p:cNvPr>
          <p:cNvSpPr txBox="1"/>
          <p:nvPr/>
        </p:nvSpPr>
        <p:spPr>
          <a:xfrm>
            <a:off x="206370" y="1598240"/>
            <a:ext cx="5889630" cy="584775"/>
          </a:xfrm>
          <a:prstGeom prst="rect">
            <a:avLst/>
          </a:prstGeom>
          <a:noFill/>
        </p:spPr>
        <p:txBody>
          <a:bodyPr wrap="square">
            <a:spAutoFit/>
          </a:bodyPr>
          <a:lstStyle/>
          <a:p>
            <a:pPr algn="ctr"/>
            <a:r>
              <a:rPr lang="en-GB" sz="1600" b="1" dirty="0">
                <a:latin typeface="Helvetica Neue" panose="02000503000000020004"/>
              </a:rPr>
              <a:t>Alert Rate vs. Passenger Volume by Risk Zone </a:t>
            </a:r>
          </a:p>
          <a:p>
            <a:pPr algn="ctr"/>
            <a:r>
              <a:rPr lang="en-GB" sz="1600" b="1" dirty="0">
                <a:latin typeface="Helvetica Neue" panose="02000503000000020004"/>
              </a:rPr>
              <a:t>(Pearson r = -0.019)</a:t>
            </a:r>
          </a:p>
        </p:txBody>
      </p:sp>
    </p:spTree>
    <p:extLst>
      <p:ext uri="{BB962C8B-B14F-4D97-AF65-F5344CB8AC3E}">
        <p14:creationId xmlns:p14="http://schemas.microsoft.com/office/powerpoint/2010/main" val="111840429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2240"/>
        </a:solidFill>
        <a:effectLst/>
      </p:bgPr>
    </p:bg>
    <p:spTree>
      <p:nvGrpSpPr>
        <p:cNvPr id="1" name="">
          <a:extLst>
            <a:ext uri="{FF2B5EF4-FFF2-40B4-BE49-F238E27FC236}">
              <a16:creationId xmlns:a16="http://schemas.microsoft.com/office/drawing/2014/main" id="{A9C814E1-1745-CB39-1D15-0550F640251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1CC084F-B826-20F1-19E6-7B9250862F12}"/>
              </a:ext>
            </a:extLst>
          </p:cNvPr>
          <p:cNvSpPr/>
          <p:nvPr/>
        </p:nvSpPr>
        <p:spPr>
          <a:xfrm>
            <a:off x="0" y="0"/>
            <a:ext cx="12191695" cy="36576"/>
          </a:xfrm>
          <a:prstGeom prst="rect">
            <a:avLst/>
          </a:prstGeom>
          <a:solidFill>
            <a:srgbClr val="4A9E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7BD54597-F48D-96F6-4BD7-5D696347A896}"/>
              </a:ext>
            </a:extLst>
          </p:cNvPr>
          <p:cNvSpPr txBox="1"/>
          <p:nvPr/>
        </p:nvSpPr>
        <p:spPr>
          <a:xfrm>
            <a:off x="731520" y="1828800"/>
            <a:ext cx="3098358" cy="914400"/>
          </a:xfrm>
          <a:prstGeom prst="rect">
            <a:avLst/>
          </a:prstGeom>
          <a:noFill/>
        </p:spPr>
        <p:txBody>
          <a:bodyPr wrap="square">
            <a:noAutofit/>
          </a:bodyPr>
          <a:lstStyle/>
          <a:p>
            <a:pPr algn="l">
              <a:defRPr sz="6400" b="1">
                <a:solidFill>
                  <a:srgbClr val="4A9ECF"/>
                </a:solidFill>
                <a:latin typeface="Calibri"/>
              </a:defRPr>
            </a:pPr>
            <a:r>
              <a:rPr lang="fr-BE" err="1">
                <a:latin typeface="Helvetica Neue" panose="02000503000000020004" pitchFamily="2" charset="0"/>
                <a:ea typeface="Helvetica Neue" panose="02000503000000020004" pitchFamily="2" charset="0"/>
                <a:cs typeface="Helvetica Neue" panose="02000503000000020004" pitchFamily="2" charset="0"/>
              </a:rPr>
              <a:t>Act</a:t>
            </a:r>
            <a:r>
              <a:rPr lang="fr-BE">
                <a:latin typeface="Helvetica Neue" panose="02000503000000020004" pitchFamily="2" charset="0"/>
                <a:ea typeface="Helvetica Neue" panose="02000503000000020004" pitchFamily="2" charset="0"/>
                <a:cs typeface="Helvetica Neue" panose="02000503000000020004" pitchFamily="2" charset="0"/>
              </a:rPr>
              <a:t> </a:t>
            </a:r>
            <a:r>
              <a:rPr>
                <a:latin typeface="Helvetica Neue" panose="02000503000000020004" pitchFamily="2" charset="0"/>
                <a:ea typeface="Helvetica Neue" panose="02000503000000020004" pitchFamily="2" charset="0"/>
                <a:cs typeface="Helvetica Neue" panose="02000503000000020004" pitchFamily="2" charset="0"/>
              </a:rPr>
              <a:t>0</a:t>
            </a:r>
            <a:r>
              <a:rPr lang="fr-BE">
                <a:latin typeface="Helvetica Neue" panose="02000503000000020004" pitchFamily="2" charset="0"/>
                <a:ea typeface="Helvetica Neue" panose="02000503000000020004" pitchFamily="2" charset="0"/>
                <a:cs typeface="Helvetica Neue" panose="02000503000000020004" pitchFamily="2" charset="0"/>
              </a:rPr>
              <a:t>2</a:t>
            </a:r>
            <a:endParaRPr>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Rectangle 3">
            <a:extLst>
              <a:ext uri="{FF2B5EF4-FFF2-40B4-BE49-F238E27FC236}">
                <a16:creationId xmlns:a16="http://schemas.microsoft.com/office/drawing/2014/main" id="{3E0599EB-9A48-68BC-1460-A7A740A34EDD}"/>
              </a:ext>
            </a:extLst>
          </p:cNvPr>
          <p:cNvSpPr/>
          <p:nvPr/>
        </p:nvSpPr>
        <p:spPr>
          <a:xfrm>
            <a:off x="731520" y="3108960"/>
            <a:ext cx="1828800" cy="9525"/>
          </a:xfrm>
          <a:prstGeom prst="rect">
            <a:avLst/>
          </a:prstGeom>
          <a:solidFill>
            <a:srgbClr val="4A9E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 name="Rectangle 6">
            <a:extLst>
              <a:ext uri="{FF2B5EF4-FFF2-40B4-BE49-F238E27FC236}">
                <a16:creationId xmlns:a16="http://schemas.microsoft.com/office/drawing/2014/main" id="{BE2723BD-47F0-52D2-0BB3-C89E07CBBC18}"/>
              </a:ext>
            </a:extLst>
          </p:cNvPr>
          <p:cNvSpPr/>
          <p:nvPr/>
        </p:nvSpPr>
        <p:spPr>
          <a:xfrm>
            <a:off x="12118543" y="0"/>
            <a:ext cx="73152" cy="6858000"/>
          </a:xfrm>
          <a:prstGeom prst="rect">
            <a:avLst/>
          </a:prstGeom>
          <a:solidFill>
            <a:srgbClr val="4A9E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luiss_logo_white.png">
            <a:extLst>
              <a:ext uri="{FF2B5EF4-FFF2-40B4-BE49-F238E27FC236}">
                <a16:creationId xmlns:a16="http://schemas.microsoft.com/office/drawing/2014/main" id="{64649B64-37CF-E967-E85C-3D9E8A4E5447}"/>
              </a:ext>
            </a:extLst>
          </p:cNvPr>
          <p:cNvPicPr>
            <a:picLocks noChangeAspect="1"/>
          </p:cNvPicPr>
          <p:nvPr/>
        </p:nvPicPr>
        <p:blipFill>
          <a:blip r:embed="rId2"/>
          <a:stretch>
            <a:fillRect/>
          </a:stretch>
        </p:blipFill>
        <p:spPr>
          <a:xfrm>
            <a:off x="548640" y="6464807"/>
            <a:ext cx="1109888" cy="201167"/>
          </a:xfrm>
          <a:prstGeom prst="rect">
            <a:avLst/>
          </a:prstGeom>
        </p:spPr>
      </p:pic>
      <p:sp>
        <p:nvSpPr>
          <p:cNvPr id="10" name="Slide Number Placeholder 9">
            <a:extLst>
              <a:ext uri="{FF2B5EF4-FFF2-40B4-BE49-F238E27FC236}">
                <a16:creationId xmlns:a16="http://schemas.microsoft.com/office/drawing/2014/main" id="{7FF182E6-29FB-1574-4A32-FB3D46622E27}"/>
              </a:ext>
            </a:extLst>
          </p:cNvPr>
          <p:cNvSpPr>
            <a:spLocks noGrp="1"/>
          </p:cNvSpPr>
          <p:nvPr>
            <p:ph type="sldNum" sz="quarter" idx="12"/>
          </p:nvPr>
        </p:nvSpPr>
        <p:spPr>
          <a:xfrm>
            <a:off x="9601200" y="6356350"/>
            <a:ext cx="2133600" cy="365125"/>
          </a:xfrm>
        </p:spPr>
        <p:txBody>
          <a:bodyPr/>
          <a:lstStyle/>
          <a:p>
            <a:fld id="{C1FF6DA9-008F-8B48-92A6-B652298478BF}" type="slidenum">
              <a:rPr lang="en-US" smtClean="0"/>
              <a:pPr/>
              <a:t>7</a:t>
            </a:fld>
            <a:endParaRPr lang="en-US">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2" name="TextBox 11">
            <a:extLst>
              <a:ext uri="{FF2B5EF4-FFF2-40B4-BE49-F238E27FC236}">
                <a16:creationId xmlns:a16="http://schemas.microsoft.com/office/drawing/2014/main" id="{043D5592-B647-88F2-78BD-D43EC0864978}"/>
              </a:ext>
            </a:extLst>
          </p:cNvPr>
          <p:cNvSpPr txBox="1"/>
          <p:nvPr/>
        </p:nvSpPr>
        <p:spPr>
          <a:xfrm>
            <a:off x="731520" y="3383280"/>
            <a:ext cx="9144000" cy="1097280"/>
          </a:xfrm>
          <a:prstGeom prst="rect">
            <a:avLst/>
          </a:prstGeom>
          <a:noFill/>
        </p:spPr>
        <p:txBody>
          <a:bodyPr wrap="square">
            <a:noAutofit/>
          </a:bodyPr>
          <a:lstStyle/>
          <a:p>
            <a:pPr>
              <a:defRPr sz="4000" b="1">
                <a:solidFill>
                  <a:srgbClr val="FFFFFF"/>
                </a:solidFill>
                <a:latin typeface="Calibri"/>
              </a:defRPr>
            </a:pPr>
            <a:r>
              <a:rPr lang="en-GB" dirty="0">
                <a:latin typeface="Helvetica Neue" panose="02000503000000020004" pitchFamily="2" charset="0"/>
                <a:ea typeface="Helvetica Neue" panose="02000503000000020004" pitchFamily="2" charset="0"/>
                <a:cs typeface="Helvetica Neue" panose="02000503000000020004" pitchFamily="2" charset="0"/>
              </a:rPr>
              <a:t>CLASSICAL ML APPROACH</a:t>
            </a:r>
          </a:p>
        </p:txBody>
      </p:sp>
      <p:sp>
        <p:nvSpPr>
          <p:cNvPr id="13" name="TextBox 12">
            <a:extLst>
              <a:ext uri="{FF2B5EF4-FFF2-40B4-BE49-F238E27FC236}">
                <a16:creationId xmlns:a16="http://schemas.microsoft.com/office/drawing/2014/main" id="{416416A9-A920-CA07-6265-24D5D8CDD59A}"/>
              </a:ext>
            </a:extLst>
          </p:cNvPr>
          <p:cNvSpPr txBox="1"/>
          <p:nvPr/>
        </p:nvSpPr>
        <p:spPr>
          <a:xfrm>
            <a:off x="731520" y="4572000"/>
            <a:ext cx="10530840" cy="548640"/>
          </a:xfrm>
          <a:prstGeom prst="rect">
            <a:avLst/>
          </a:prstGeom>
          <a:noFill/>
        </p:spPr>
        <p:txBody>
          <a:bodyPr wrap="square">
            <a:noAutofit/>
          </a:bodyPr>
          <a:lstStyle/>
          <a:p>
            <a:pPr>
              <a:lnSpc>
                <a:spcPct val="150000"/>
              </a:lnSpc>
            </a:pPr>
            <a:r>
              <a:rPr lang="en-GB" sz="1600" dirty="0">
                <a:solidFill>
                  <a:srgbClr val="94A7C8"/>
                </a:solidFill>
                <a:latin typeface="Helvetica Neue" pitchFamily="34" charset="0"/>
                <a:ea typeface="Helvetica Neue" pitchFamily="34" charset="-122"/>
                <a:cs typeface="Helvetica Neue" pitchFamily="34" charset="-120"/>
              </a:rPr>
              <a:t>Feature Engineering &amp; Detection Strategy, Results &amp; Performance</a:t>
            </a:r>
          </a:p>
        </p:txBody>
      </p:sp>
    </p:spTree>
    <p:extLst>
      <p:ext uri="{BB962C8B-B14F-4D97-AF65-F5344CB8AC3E}">
        <p14:creationId xmlns:p14="http://schemas.microsoft.com/office/powerpoint/2010/main" val="3236732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1E3E1-2821-C8DC-85FF-928EC5FFF3ED}"/>
            </a:ext>
          </a:extLst>
        </p:cNvPr>
        <p:cNvGrpSpPr/>
        <p:nvPr/>
      </p:nvGrpSpPr>
      <p:grpSpPr>
        <a:xfrm>
          <a:off x="0" y="0"/>
          <a:ext cx="0" cy="0"/>
          <a:chOff x="0" y="0"/>
          <a:chExt cx="0" cy="0"/>
        </a:xfrm>
      </p:grpSpPr>
      <p:graphicFrame>
        <p:nvGraphicFramePr>
          <p:cNvPr id="120" name="think-cell data - do not delete" hidden="1">
            <a:extLst>
              <a:ext uri="{FF2B5EF4-FFF2-40B4-BE49-F238E27FC236}">
                <a16:creationId xmlns:a16="http://schemas.microsoft.com/office/drawing/2014/main" id="{F54CF54C-592D-DE03-0C5A-D49F4DD377FD}"/>
              </a:ext>
            </a:extLst>
          </p:cNvPr>
          <p:cNvGraphicFramePr>
            <a:graphicFrameLocks/>
          </p:cNvGraphicFramePr>
          <p:nvPr>
            <p:custDataLst>
              <p:tags r:id="rId1"/>
            </p:custDataLst>
          </p:nvPr>
        </p:nvGraphicFramePr>
        <p:xfrm>
          <a:off x="2118" y="2118"/>
          <a:ext cx="1636" cy="2117"/>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20" name="think-cell data - do not delete" hidden="1">
                        <a:extLst>
                          <a:ext uri="{FF2B5EF4-FFF2-40B4-BE49-F238E27FC236}">
                            <a16:creationId xmlns:a16="http://schemas.microsoft.com/office/drawing/2014/main" id="{F54CF54C-592D-DE03-0C5A-D49F4DD377FD}"/>
                          </a:ext>
                        </a:extLst>
                      </p:cNvPr>
                      <p:cNvPicPr/>
                      <p:nvPr/>
                    </p:nvPicPr>
                    <p:blipFill>
                      <a:blip r:embed="rId4"/>
                      <a:stretch>
                        <a:fillRect/>
                      </a:stretch>
                    </p:blipFill>
                    <p:spPr>
                      <a:xfrm>
                        <a:off x="2118" y="2118"/>
                        <a:ext cx="1636" cy="2117"/>
                      </a:xfrm>
                      <a:prstGeom prst="rect">
                        <a:avLst/>
                      </a:prstGeom>
                    </p:spPr>
                  </p:pic>
                </p:oleObj>
              </mc:Fallback>
            </mc:AlternateContent>
          </a:graphicData>
        </a:graphic>
      </p:graphicFrame>
      <p:sp>
        <p:nvSpPr>
          <p:cNvPr id="18" name="Rectangle 17">
            <a:extLst>
              <a:ext uri="{FF2B5EF4-FFF2-40B4-BE49-F238E27FC236}">
                <a16:creationId xmlns:a16="http://schemas.microsoft.com/office/drawing/2014/main" id="{1B642742-3EB4-B71F-EF9F-6F4CBBD25505}"/>
              </a:ext>
            </a:extLst>
          </p:cNvPr>
          <p:cNvSpPr/>
          <p:nvPr/>
        </p:nvSpPr>
        <p:spPr>
          <a:xfrm>
            <a:off x="548640" y="6355080"/>
            <a:ext cx="11094415" cy="9525"/>
          </a:xfrm>
          <a:prstGeom prst="rect">
            <a:avLst/>
          </a:prstGeom>
          <a:solidFill>
            <a:srgbClr val="E0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9" name="Slide Number Placeholder 22">
            <a:extLst>
              <a:ext uri="{FF2B5EF4-FFF2-40B4-BE49-F238E27FC236}">
                <a16:creationId xmlns:a16="http://schemas.microsoft.com/office/drawing/2014/main" id="{6E27FFFB-3DEF-B7D2-C327-EF7F2CEC2A68}"/>
              </a:ext>
            </a:extLst>
          </p:cNvPr>
          <p:cNvSpPr txBox="1">
            <a:spLocks/>
          </p:cNvSpPr>
          <p:nvPr/>
        </p:nvSpPr>
        <p:spPr>
          <a:xfrm>
            <a:off x="9601200" y="6356350"/>
            <a:ext cx="2133600" cy="365125"/>
          </a:xfrm>
          <a:prstGeom prst="rect">
            <a:avLst/>
          </a:prstGeom>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C1FF6DA9-008F-8B48-92A6-B652298478BF}" type="slidenum">
              <a:rPr lang="en-US" sz="1200" smtClean="0">
                <a:solidFill>
                  <a:schemeClr val="bg1">
                    <a:lumMod val="65000"/>
                  </a:schemeClr>
                </a:solidFill>
                <a:latin typeface="Helvetica Neue" panose="02000503000000020004" pitchFamily="2" charset="0"/>
                <a:ea typeface="Helvetica Neue" panose="02000503000000020004" pitchFamily="2" charset="0"/>
                <a:cs typeface="Helvetica Neue" panose="02000503000000020004" pitchFamily="2" charset="0"/>
              </a:rPr>
              <a:pPr algn="r"/>
              <a:t>8</a:t>
            </a:fld>
            <a:endParaRPr lang="en-US" sz="1200">
              <a:solidFill>
                <a:schemeClr val="bg1">
                  <a:lumMod val="65000"/>
                </a:schemeClr>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3" name="Text 2">
            <a:extLst>
              <a:ext uri="{FF2B5EF4-FFF2-40B4-BE49-F238E27FC236}">
                <a16:creationId xmlns:a16="http://schemas.microsoft.com/office/drawing/2014/main" id="{431C0773-7412-85C2-9BC2-C8C57284C428}"/>
              </a:ext>
            </a:extLst>
          </p:cNvPr>
          <p:cNvSpPr/>
          <p:nvPr/>
        </p:nvSpPr>
        <p:spPr>
          <a:xfrm>
            <a:off x="731520" y="304800"/>
            <a:ext cx="9997440" cy="609600"/>
          </a:xfrm>
          <a:prstGeom prst="rect">
            <a:avLst/>
          </a:prstGeom>
          <a:noFill/>
          <a:ln/>
        </p:spPr>
        <p:txBody>
          <a:bodyPr wrap="square" lIns="0" tIns="0" rIns="0" bIns="0" rtlCol="0" anchor="ctr"/>
          <a:lstStyle/>
          <a:p>
            <a:r>
              <a:rPr lang="en-GB" sz="2500" b="1" dirty="0">
                <a:solidFill>
                  <a:srgbClr val="1B2A4A"/>
                </a:solidFill>
                <a:latin typeface="Georgia" panose="02040502050405020303" pitchFamily="18" charset="0"/>
                <a:ea typeface="Helvetica Neue" panose="02000503000000020004" pitchFamily="2" charset="0"/>
                <a:cs typeface="Helvetica Neue" panose="02000503000000020004" pitchFamily="2" charset="0"/>
              </a:rPr>
              <a:t>A 5-stage pipeline transforms 10,000 raw records into 15 leak-free features ready for detection</a:t>
            </a:r>
            <a:endParaRPr lang="en-US" sz="2500" dirty="0">
              <a:latin typeface="Georgia" panose="02040502050405020303" pitchFamily="18" charset="0"/>
              <a:ea typeface="Helvetica Neue" panose="02000503000000020004" pitchFamily="2" charset="0"/>
              <a:cs typeface="Helvetica Neue" panose="02000503000000020004" pitchFamily="2" charset="0"/>
            </a:endParaRPr>
          </a:p>
        </p:txBody>
      </p:sp>
      <p:sp>
        <p:nvSpPr>
          <p:cNvPr id="24" name="Text 3">
            <a:extLst>
              <a:ext uri="{FF2B5EF4-FFF2-40B4-BE49-F238E27FC236}">
                <a16:creationId xmlns:a16="http://schemas.microsoft.com/office/drawing/2014/main" id="{DDC1451E-E798-195C-6DA2-D8E4ABF50C00}"/>
              </a:ext>
            </a:extLst>
          </p:cNvPr>
          <p:cNvSpPr/>
          <p:nvPr/>
        </p:nvSpPr>
        <p:spPr>
          <a:xfrm>
            <a:off x="731520" y="914400"/>
            <a:ext cx="9997440" cy="365760"/>
          </a:xfrm>
          <a:prstGeom prst="rect">
            <a:avLst/>
          </a:prstGeom>
          <a:noFill/>
          <a:ln/>
        </p:spPr>
        <p:txBody>
          <a:bodyPr wrap="square" lIns="0" tIns="0" rIns="0" bIns="0" rtlCol="0" anchor="ctr"/>
          <a:lstStyle/>
          <a:p>
            <a:r>
              <a:rPr lang="en-GB" sz="1600" i="1" dirty="0">
                <a:solidFill>
                  <a:srgbClr val="475569"/>
                </a:solidFill>
                <a:latin typeface="Helvetica Neue" panose="02000503000000020004" pitchFamily="2" charset="0"/>
                <a:ea typeface="Helvetica Neue" panose="02000503000000020004" pitchFamily="2" charset="0"/>
                <a:cs typeface="Helvetica Neue" panose="02000503000000020004" pitchFamily="2" charset="0"/>
              </a:rPr>
              <a:t>Classical ML Pipeline and Feature Engineering</a:t>
            </a:r>
            <a:endParaRPr lang="en-US" sz="1600" dirty="0">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7" name="Picture 6">
            <a:extLst>
              <a:ext uri="{FF2B5EF4-FFF2-40B4-BE49-F238E27FC236}">
                <a16:creationId xmlns:a16="http://schemas.microsoft.com/office/drawing/2014/main" id="{BE530EDE-2D02-4C0B-2EAD-61EFE1345A16}"/>
              </a:ext>
            </a:extLst>
          </p:cNvPr>
          <p:cNvPicPr>
            <a:picLocks noChangeAspect="1"/>
          </p:cNvPicPr>
          <p:nvPr/>
        </p:nvPicPr>
        <p:blipFill>
          <a:blip r:embed="rId5"/>
          <a:srcRect l="2405" t="34203" r="10380" b="37258"/>
          <a:stretch>
            <a:fillRect/>
          </a:stretch>
        </p:blipFill>
        <p:spPr>
          <a:xfrm>
            <a:off x="1108834" y="1280160"/>
            <a:ext cx="9974025" cy="2175839"/>
          </a:xfrm>
          <a:prstGeom prst="rect">
            <a:avLst/>
          </a:prstGeom>
        </p:spPr>
      </p:pic>
      <p:graphicFrame>
        <p:nvGraphicFramePr>
          <p:cNvPr id="8" name="Table 7">
            <a:extLst>
              <a:ext uri="{FF2B5EF4-FFF2-40B4-BE49-F238E27FC236}">
                <a16:creationId xmlns:a16="http://schemas.microsoft.com/office/drawing/2014/main" id="{A2F489B1-DBDF-E90F-1AB1-9BE94B134504}"/>
              </a:ext>
            </a:extLst>
          </p:cNvPr>
          <p:cNvGraphicFramePr>
            <a:graphicFrameLocks noGrp="1"/>
          </p:cNvGraphicFramePr>
          <p:nvPr>
            <p:extLst>
              <p:ext uri="{D42A27DB-BD31-4B8C-83A1-F6EECF244321}">
                <p14:modId xmlns:p14="http://schemas.microsoft.com/office/powerpoint/2010/main" val="1453461724"/>
              </p:ext>
            </p:extLst>
          </p:nvPr>
        </p:nvGraphicFramePr>
        <p:xfrm>
          <a:off x="1473489" y="3425687"/>
          <a:ext cx="9255471" cy="2743200"/>
        </p:xfrm>
        <a:graphic>
          <a:graphicData uri="http://schemas.openxmlformats.org/drawingml/2006/table">
            <a:tbl>
              <a:tblPr>
                <a:tableStyleId>{9D7B26C5-4107-4FEC-AEDC-1716B250A1EF}</a:tableStyleId>
              </a:tblPr>
              <a:tblGrid>
                <a:gridCol w="3085157">
                  <a:extLst>
                    <a:ext uri="{9D8B030D-6E8A-4147-A177-3AD203B41FA5}">
                      <a16:colId xmlns:a16="http://schemas.microsoft.com/office/drawing/2014/main" val="139185287"/>
                    </a:ext>
                  </a:extLst>
                </a:gridCol>
                <a:gridCol w="3085157">
                  <a:extLst>
                    <a:ext uri="{9D8B030D-6E8A-4147-A177-3AD203B41FA5}">
                      <a16:colId xmlns:a16="http://schemas.microsoft.com/office/drawing/2014/main" val="293363597"/>
                    </a:ext>
                  </a:extLst>
                </a:gridCol>
                <a:gridCol w="3085157">
                  <a:extLst>
                    <a:ext uri="{9D8B030D-6E8A-4147-A177-3AD203B41FA5}">
                      <a16:colId xmlns:a16="http://schemas.microsoft.com/office/drawing/2014/main" val="596775270"/>
                    </a:ext>
                  </a:extLst>
                </a:gridCol>
              </a:tblGrid>
              <a:tr h="477406">
                <a:tc>
                  <a:txBody>
                    <a:bodyPr/>
                    <a:lstStyle/>
                    <a:p>
                      <a:pPr algn="ctr" rtl="0">
                        <a:buNone/>
                      </a:pPr>
                      <a:r>
                        <a:rPr lang="en-GB" b="1" dirty="0">
                          <a:solidFill>
                            <a:srgbClr val="1F1F1F"/>
                          </a:solidFill>
                          <a:effectLst/>
                          <a:latin typeface="Helvetica" panose="020B0604020202020204" pitchFamily="34" charset="0"/>
                          <a:cs typeface="Helvetica" panose="020B0604020202020204" pitchFamily="34" charset="0"/>
                        </a:rPr>
                        <a:t>Rate Signals</a:t>
                      </a:r>
                      <a:endParaRPr lang="en-GB" dirty="0">
                        <a:solidFill>
                          <a:srgbClr val="1F1F1F"/>
                        </a:solidFill>
                        <a:effectLst/>
                        <a:latin typeface="Helvetica" panose="020B0604020202020204" pitchFamily="34" charset="0"/>
                        <a:cs typeface="Helvetica" panose="020B0604020202020204" pitchFamily="34" charset="0"/>
                      </a:endParaRPr>
                    </a:p>
                  </a:txBody>
                  <a:tcPr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rtl="0">
                        <a:buNone/>
                      </a:pPr>
                      <a:r>
                        <a:rPr lang="en-GB" b="1" dirty="0">
                          <a:solidFill>
                            <a:srgbClr val="1F1F1F"/>
                          </a:solidFill>
                          <a:effectLst/>
                          <a:latin typeface="Helvetica" panose="020B0604020202020204" pitchFamily="34" charset="0"/>
                          <a:cs typeface="Helvetica" panose="020B0604020202020204" pitchFamily="34" charset="0"/>
                        </a:rPr>
                        <a:t>Volume Signals</a:t>
                      </a:r>
                      <a:endParaRPr lang="en-GB" dirty="0">
                        <a:solidFill>
                          <a:srgbClr val="1F1F1F"/>
                        </a:solidFill>
                        <a:effectLst/>
                        <a:latin typeface="Helvetica" panose="020B0604020202020204" pitchFamily="34" charset="0"/>
                        <a:cs typeface="Helvetica" panose="020B0604020202020204" pitchFamily="34" charset="0"/>
                      </a:endParaRPr>
                    </a:p>
                  </a:txBody>
                  <a:tcPr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rtl="0">
                        <a:buNone/>
                      </a:pPr>
                      <a:r>
                        <a:rPr lang="en-GB" sz="1600" b="1" dirty="0">
                          <a:solidFill>
                            <a:srgbClr val="1F1F1F"/>
                          </a:solidFill>
                          <a:effectLst/>
                          <a:latin typeface="Helvetica" panose="020B0604020202020204" pitchFamily="34" charset="0"/>
                          <a:cs typeface="Helvetica" panose="020B0604020202020204" pitchFamily="34" charset="0"/>
                        </a:rPr>
                        <a:t>Temporal Signals</a:t>
                      </a:r>
                      <a:endParaRPr lang="en-GB" sz="1600" dirty="0">
                        <a:solidFill>
                          <a:srgbClr val="1F1F1F"/>
                        </a:solidFill>
                        <a:effectLst/>
                        <a:latin typeface="Helvetica" panose="020B0604020202020204" pitchFamily="34" charset="0"/>
                        <a:cs typeface="Helvetica" panose="020B0604020202020204" pitchFamily="34" charset="0"/>
                      </a:endParaRPr>
                    </a:p>
                  </a:txBody>
                  <a:tcPr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323081582"/>
                  </a:ext>
                </a:extLst>
              </a:tr>
              <a:tr h="1151391">
                <a:tc>
                  <a:txBody>
                    <a:bodyPr/>
                    <a:lstStyle/>
                    <a:p>
                      <a:pPr rtl="0">
                        <a:buNone/>
                      </a:pPr>
                      <a:r>
                        <a:rPr lang="en-GB" b="1" dirty="0">
                          <a:solidFill>
                            <a:srgbClr val="1F1F1F"/>
                          </a:solidFill>
                          <a:effectLst/>
                          <a:latin typeface="Helvetica" panose="020B0604020202020204" pitchFamily="34" charset="0"/>
                          <a:cs typeface="Helvetica" panose="020B0604020202020204" pitchFamily="34" charset="0"/>
                        </a:rPr>
                        <a:t>Features:</a:t>
                      </a:r>
                      <a:r>
                        <a:rPr lang="en-GB" dirty="0">
                          <a:solidFill>
                            <a:srgbClr val="1F1F1F"/>
                          </a:solidFill>
                          <a:effectLst/>
                          <a:latin typeface="Helvetica" panose="020B0604020202020204" pitchFamily="34" charset="0"/>
                          <a:cs typeface="Helvetica" panose="020B0604020202020204" pitchFamily="34" charset="0"/>
                        </a:rPr>
                        <a:t> </a:t>
                      </a:r>
                    </a:p>
                    <a:p>
                      <a:pPr marL="0" algn="l" defTabSz="457200" rtl="0" eaLnBrk="1" latinLnBrk="0" hangingPunct="1">
                        <a:buNone/>
                      </a:pPr>
                      <a:r>
                        <a:rPr lang="en-GB" sz="1600" kern="1200" dirty="0" err="1">
                          <a:solidFill>
                            <a:srgbClr val="444746"/>
                          </a:solidFill>
                          <a:effectLst/>
                          <a:latin typeface="Helvetica" panose="020B0604020202020204" pitchFamily="34" charset="0"/>
                          <a:ea typeface="+mn-ea"/>
                          <a:cs typeface="Helvetica" panose="020B0604020202020204" pitchFamily="34" charset="0"/>
                        </a:rPr>
                        <a:t>alarm_rate</a:t>
                      </a:r>
                      <a:r>
                        <a:rPr lang="en-GB" sz="1600" kern="1200" dirty="0">
                          <a:solidFill>
                            <a:srgbClr val="444746"/>
                          </a:solidFill>
                          <a:effectLst/>
                          <a:latin typeface="Helvetica" panose="020B0604020202020204" pitchFamily="34" charset="0"/>
                          <a:ea typeface="+mn-ea"/>
                          <a:cs typeface="Helvetica" panose="020B0604020202020204" pitchFamily="34" charset="0"/>
                        </a:rPr>
                        <a:t>, </a:t>
                      </a:r>
                      <a:r>
                        <a:rPr lang="en-GB" sz="1600" kern="1200" dirty="0" err="1">
                          <a:solidFill>
                            <a:srgbClr val="444746"/>
                          </a:solidFill>
                          <a:effectLst/>
                          <a:latin typeface="Helvetica" panose="020B0604020202020204" pitchFamily="34" charset="0"/>
                          <a:ea typeface="+mn-ea"/>
                          <a:cs typeface="Helvetica" panose="020B0604020202020204" pitchFamily="34" charset="0"/>
                        </a:rPr>
                        <a:t>rate_deviation</a:t>
                      </a:r>
                      <a:r>
                        <a:rPr lang="en-GB" sz="1600" kern="1200" dirty="0">
                          <a:solidFill>
                            <a:srgbClr val="444746"/>
                          </a:solidFill>
                          <a:effectLst/>
                          <a:latin typeface="Helvetica" panose="020B0604020202020204" pitchFamily="34" charset="0"/>
                          <a:ea typeface="+mn-ea"/>
                          <a:cs typeface="Helvetica" panose="020B0604020202020204" pitchFamily="34" charset="0"/>
                        </a:rPr>
                        <a:t>, </a:t>
                      </a:r>
                      <a:r>
                        <a:rPr lang="en-GB" sz="1600" kern="1200" dirty="0" err="1">
                          <a:solidFill>
                            <a:srgbClr val="444746"/>
                          </a:solidFill>
                          <a:effectLst/>
                          <a:latin typeface="Helvetica" panose="020B0604020202020204" pitchFamily="34" charset="0"/>
                          <a:ea typeface="+mn-ea"/>
                          <a:cs typeface="Helvetica" panose="020B0604020202020204" pitchFamily="34" charset="0"/>
                        </a:rPr>
                        <a:t>investigation_rate</a:t>
                      </a:r>
                      <a:r>
                        <a:rPr lang="en-GB" sz="1600" kern="1200" dirty="0">
                          <a:solidFill>
                            <a:srgbClr val="444746"/>
                          </a:solidFill>
                          <a:effectLst/>
                          <a:latin typeface="Helvetica" panose="020B0604020202020204" pitchFamily="34" charset="0"/>
                          <a:ea typeface="+mn-ea"/>
                          <a:cs typeface="Helvetica" panose="020B0604020202020204" pitchFamily="34" charset="0"/>
                        </a:rPr>
                        <a:t>, </a:t>
                      </a:r>
                      <a:r>
                        <a:rPr lang="en-GB" sz="1600" kern="1200" dirty="0" err="1">
                          <a:solidFill>
                            <a:srgbClr val="444746"/>
                          </a:solidFill>
                          <a:effectLst/>
                          <a:latin typeface="Helvetica" panose="020B0604020202020204" pitchFamily="34" charset="0"/>
                          <a:ea typeface="+mn-ea"/>
                          <a:cs typeface="Helvetica" panose="020B0604020202020204" pitchFamily="34" charset="0"/>
                        </a:rPr>
                        <a:t>alert_rate_ALB</a:t>
                      </a:r>
                      <a:r>
                        <a:rPr lang="en-GB" sz="1600" kern="1200" dirty="0">
                          <a:solidFill>
                            <a:srgbClr val="444746"/>
                          </a:solidFill>
                          <a:effectLst/>
                          <a:latin typeface="Helvetica" panose="020B0604020202020204" pitchFamily="34" charset="0"/>
                          <a:ea typeface="+mn-ea"/>
                          <a:cs typeface="Helvetica" panose="020B0604020202020204" pitchFamily="34" charset="0"/>
                        </a:rPr>
                        <a:t>/AFG</a:t>
                      </a:r>
                    </a:p>
                  </a:txBody>
                  <a:tcPr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rtl="0">
                        <a:buNone/>
                      </a:pPr>
                      <a:r>
                        <a:rPr lang="en-GB" b="1" dirty="0">
                          <a:solidFill>
                            <a:srgbClr val="1F1F1F"/>
                          </a:solidFill>
                          <a:effectLst/>
                          <a:latin typeface="Helvetica" panose="020B0604020202020204" pitchFamily="34" charset="0"/>
                          <a:cs typeface="Helvetica" panose="020B0604020202020204" pitchFamily="34" charset="0"/>
                        </a:rPr>
                        <a:t>Features:</a:t>
                      </a:r>
                    </a:p>
                    <a:p>
                      <a:pPr rtl="0">
                        <a:buNone/>
                      </a:pPr>
                      <a:r>
                        <a:rPr lang="en-GB" sz="1600" kern="1200" dirty="0">
                          <a:solidFill>
                            <a:srgbClr val="444746"/>
                          </a:solidFill>
                          <a:effectLst/>
                          <a:latin typeface="Helvetica" panose="020B0604020202020204" pitchFamily="34" charset="0"/>
                          <a:ea typeface="+mn-ea"/>
                          <a:cs typeface="Helvetica" panose="020B0604020202020204" pitchFamily="34" charset="0"/>
                        </a:rPr>
                        <a:t>entries, </a:t>
                      </a:r>
                      <a:r>
                        <a:rPr lang="en-GB" sz="1600" kern="1200" dirty="0" err="1">
                          <a:solidFill>
                            <a:srgbClr val="444746"/>
                          </a:solidFill>
                          <a:effectLst/>
                          <a:latin typeface="Helvetica" panose="020B0604020202020204" pitchFamily="34" charset="0"/>
                          <a:ea typeface="+mn-ea"/>
                          <a:cs typeface="Helvetica" panose="020B0604020202020204" pitchFamily="34" charset="0"/>
                        </a:rPr>
                        <a:t>tot_alarms</a:t>
                      </a:r>
                      <a:r>
                        <a:rPr lang="en-GB" sz="1600" kern="1200" dirty="0">
                          <a:solidFill>
                            <a:srgbClr val="444746"/>
                          </a:solidFill>
                          <a:effectLst/>
                          <a:latin typeface="Helvetica" panose="020B0604020202020204" pitchFamily="34" charset="0"/>
                          <a:ea typeface="+mn-ea"/>
                          <a:cs typeface="Helvetica" panose="020B0604020202020204" pitchFamily="34" charset="0"/>
                        </a:rPr>
                        <a:t>, </a:t>
                      </a:r>
                      <a:r>
                        <a:rPr lang="en-GB" sz="1600" kern="1200" dirty="0" err="1">
                          <a:solidFill>
                            <a:srgbClr val="444746"/>
                          </a:solidFill>
                          <a:effectLst/>
                          <a:latin typeface="Helvetica" panose="020B0604020202020204" pitchFamily="34" charset="0"/>
                          <a:ea typeface="+mn-ea"/>
                          <a:cs typeface="Helvetica" panose="020B0604020202020204" pitchFamily="34" charset="0"/>
                        </a:rPr>
                        <a:t>traffic_multiplier</a:t>
                      </a:r>
                      <a:r>
                        <a:rPr lang="en-GB" sz="1600" kern="1200" dirty="0">
                          <a:solidFill>
                            <a:srgbClr val="444746"/>
                          </a:solidFill>
                          <a:effectLst/>
                          <a:latin typeface="Helvetica" panose="020B0604020202020204" pitchFamily="34" charset="0"/>
                          <a:ea typeface="+mn-ea"/>
                          <a:cs typeface="Helvetica" panose="020B0604020202020204" pitchFamily="34" charset="0"/>
                        </a:rPr>
                        <a:t>, </a:t>
                      </a:r>
                      <a:r>
                        <a:rPr lang="en-GB" sz="1600" kern="1200" dirty="0" err="1">
                          <a:solidFill>
                            <a:srgbClr val="444746"/>
                          </a:solidFill>
                          <a:effectLst/>
                          <a:latin typeface="Helvetica" panose="020B0604020202020204" pitchFamily="34" charset="0"/>
                          <a:ea typeface="+mn-ea"/>
                          <a:cs typeface="Helvetica" panose="020B0604020202020204" pitchFamily="34" charset="0"/>
                        </a:rPr>
                        <a:t>n_high_risk</a:t>
                      </a:r>
                      <a:endParaRPr lang="en-GB" sz="1600" kern="1200" dirty="0">
                        <a:solidFill>
                          <a:srgbClr val="444746"/>
                        </a:solidFill>
                        <a:effectLst/>
                        <a:latin typeface="Helvetica" panose="020B0604020202020204" pitchFamily="34" charset="0"/>
                        <a:ea typeface="+mn-ea"/>
                        <a:cs typeface="Helvetica" panose="020B0604020202020204" pitchFamily="34" charset="0"/>
                      </a:endParaRPr>
                    </a:p>
                    <a:p>
                      <a:pPr rtl="0">
                        <a:buNone/>
                      </a:pPr>
                      <a:endParaRPr lang="en-GB" sz="1600" kern="1200" dirty="0">
                        <a:solidFill>
                          <a:srgbClr val="444746"/>
                        </a:solidFill>
                        <a:effectLst/>
                        <a:latin typeface="Helvetica" panose="020B0604020202020204" pitchFamily="34" charset="0"/>
                        <a:ea typeface="+mn-ea"/>
                        <a:cs typeface="Helvetica" panose="020B0604020202020204" pitchFamily="34" charset="0"/>
                      </a:endParaRPr>
                    </a:p>
                  </a:txBody>
                  <a:tcPr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rtl="0">
                        <a:buNone/>
                      </a:pPr>
                      <a:r>
                        <a:rPr lang="en-GB" b="1" dirty="0">
                          <a:solidFill>
                            <a:srgbClr val="1F1F1F"/>
                          </a:solidFill>
                          <a:effectLst/>
                          <a:latin typeface="Helvetica" panose="020B0604020202020204" pitchFamily="34" charset="0"/>
                          <a:cs typeface="Helvetica" panose="020B0604020202020204" pitchFamily="34" charset="0"/>
                        </a:rPr>
                        <a:t>Features:</a:t>
                      </a:r>
                      <a:r>
                        <a:rPr lang="en-GB" dirty="0">
                          <a:solidFill>
                            <a:srgbClr val="1F1F1F"/>
                          </a:solidFill>
                          <a:effectLst/>
                          <a:latin typeface="Helvetica" panose="020B0604020202020204" pitchFamily="34" charset="0"/>
                          <a:cs typeface="Helvetica" panose="020B0604020202020204" pitchFamily="34" charset="0"/>
                        </a:rPr>
                        <a:t> </a:t>
                      </a:r>
                      <a:r>
                        <a:rPr lang="en-GB" sz="1600" dirty="0" err="1">
                          <a:solidFill>
                            <a:srgbClr val="444746"/>
                          </a:solidFill>
                          <a:effectLst/>
                          <a:latin typeface="Helvetica" panose="020B0604020202020204" pitchFamily="34" charset="0"/>
                          <a:cs typeface="Helvetica" panose="020B0604020202020204" pitchFamily="34" charset="0"/>
                        </a:rPr>
                        <a:t>alarm_rate_yesterday</a:t>
                      </a:r>
                      <a:r>
                        <a:rPr lang="en-GB" sz="1600" dirty="0">
                          <a:solidFill>
                            <a:srgbClr val="444746"/>
                          </a:solidFill>
                          <a:effectLst/>
                          <a:latin typeface="Helvetica" panose="020B0604020202020204" pitchFamily="34" charset="0"/>
                          <a:cs typeface="Helvetica" panose="020B0604020202020204" pitchFamily="34" charset="0"/>
                        </a:rPr>
                        <a:t>, rolling_7d_avg_rate, </a:t>
                      </a:r>
                      <a:r>
                        <a:rPr lang="en-GB" sz="1600" dirty="0" err="1">
                          <a:solidFill>
                            <a:srgbClr val="444746"/>
                          </a:solidFill>
                          <a:effectLst/>
                          <a:latin typeface="Helvetica" panose="020B0604020202020204" pitchFamily="34" charset="0"/>
                          <a:cs typeface="Helvetica" panose="020B0604020202020204" pitchFamily="34" charset="0"/>
                        </a:rPr>
                        <a:t>is_weekend</a:t>
                      </a:r>
                      <a:r>
                        <a:rPr lang="en-GB" sz="1600" dirty="0">
                          <a:solidFill>
                            <a:srgbClr val="444746"/>
                          </a:solidFill>
                          <a:effectLst/>
                          <a:latin typeface="Helvetica" panose="020B0604020202020204" pitchFamily="34" charset="0"/>
                          <a:cs typeface="Helvetica" panose="020B0604020202020204" pitchFamily="34" charset="0"/>
                        </a:rPr>
                        <a:t>, month</a:t>
                      </a:r>
                      <a:endParaRPr lang="en-GB" sz="1600" dirty="0">
                        <a:solidFill>
                          <a:srgbClr val="1F1F1F"/>
                        </a:solidFill>
                        <a:effectLst/>
                        <a:latin typeface="Helvetica" panose="020B0604020202020204" pitchFamily="34" charset="0"/>
                        <a:cs typeface="Helvetica" panose="020B0604020202020204" pitchFamily="34" charset="0"/>
                      </a:endParaRPr>
                    </a:p>
                  </a:txBody>
                  <a:tcPr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23044897"/>
                  </a:ext>
                </a:extLst>
              </a:tr>
              <a:tr h="898646">
                <a:tc>
                  <a:txBody>
                    <a:bodyPr/>
                    <a:lstStyle/>
                    <a:p>
                      <a:pPr algn="just" rtl="0">
                        <a:buNone/>
                      </a:pPr>
                      <a:r>
                        <a:rPr lang="en-GB" sz="1600" b="1" dirty="0">
                          <a:solidFill>
                            <a:srgbClr val="1F1F1F"/>
                          </a:solidFill>
                          <a:effectLst/>
                          <a:latin typeface="Helvetica" panose="020B0604020202020204" pitchFamily="34" charset="0"/>
                          <a:cs typeface="Helvetica" panose="020B0604020202020204" pitchFamily="34" charset="0"/>
                        </a:rPr>
                        <a:t>Why:</a:t>
                      </a:r>
                      <a:r>
                        <a:rPr lang="en-GB" sz="1600" dirty="0">
                          <a:solidFill>
                            <a:srgbClr val="1F1F1F"/>
                          </a:solidFill>
                          <a:effectLst/>
                          <a:latin typeface="Helvetica" panose="020B0604020202020204" pitchFamily="34" charset="0"/>
                          <a:cs typeface="Helvetica" panose="020B0604020202020204" pitchFamily="34" charset="0"/>
                        </a:rPr>
                        <a:t> Isolates true risk from flight size and flags historically dangerous corridors.</a:t>
                      </a:r>
                    </a:p>
                  </a:txBody>
                  <a:tcPr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just" rtl="0">
                        <a:buNone/>
                      </a:pPr>
                      <a:r>
                        <a:rPr lang="en-GB" sz="1600" b="1" dirty="0">
                          <a:solidFill>
                            <a:srgbClr val="1F1F1F"/>
                          </a:solidFill>
                          <a:effectLst/>
                          <a:latin typeface="Helvetica" panose="020B0604020202020204" pitchFamily="34" charset="0"/>
                          <a:cs typeface="Helvetica" panose="020B0604020202020204" pitchFamily="34" charset="0"/>
                        </a:rPr>
                        <a:t>Why:</a:t>
                      </a:r>
                      <a:r>
                        <a:rPr lang="en-GB" sz="1600" dirty="0">
                          <a:solidFill>
                            <a:srgbClr val="1F1F1F"/>
                          </a:solidFill>
                          <a:effectLst/>
                          <a:latin typeface="Helvetica" panose="020B0604020202020204" pitchFamily="34" charset="0"/>
                          <a:cs typeface="Helvetica" panose="020B0604020202020204" pitchFamily="34" charset="0"/>
                        </a:rPr>
                        <a:t> Ensures algorithms contextualize the sheer scale and raw exposure of the route.</a:t>
                      </a:r>
                    </a:p>
                  </a:txBody>
                  <a:tcPr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just" rtl="0">
                        <a:buNone/>
                      </a:pPr>
                      <a:r>
                        <a:rPr lang="en-GB" sz="1600" b="1" dirty="0">
                          <a:solidFill>
                            <a:srgbClr val="1F1F1F"/>
                          </a:solidFill>
                          <a:effectLst/>
                          <a:latin typeface="Helvetica" panose="020B0604020202020204" pitchFamily="34" charset="0"/>
                          <a:cs typeface="Helvetica" panose="020B0604020202020204" pitchFamily="34" charset="0"/>
                        </a:rPr>
                        <a:t>Why:</a:t>
                      </a:r>
                      <a:r>
                        <a:rPr lang="en-GB" sz="1600" dirty="0">
                          <a:solidFill>
                            <a:srgbClr val="1F1F1F"/>
                          </a:solidFill>
                          <a:effectLst/>
                          <a:latin typeface="Helvetica" panose="020B0604020202020204" pitchFamily="34" charset="0"/>
                          <a:cs typeface="Helvetica" panose="020B0604020202020204" pitchFamily="34" charset="0"/>
                        </a:rPr>
                        <a:t> Captures seasonal trends and sudden </a:t>
                      </a:r>
                      <a:r>
                        <a:rPr lang="en-GB" sz="1600" dirty="0" err="1">
                          <a:solidFill>
                            <a:srgbClr val="1F1F1F"/>
                          </a:solidFill>
                          <a:effectLst/>
                          <a:latin typeface="Helvetica" panose="020B0604020202020204" pitchFamily="34" charset="0"/>
                          <a:cs typeface="Helvetica" panose="020B0604020202020204" pitchFamily="34" charset="0"/>
                        </a:rPr>
                        <a:t>behavioral</a:t>
                      </a:r>
                      <a:r>
                        <a:rPr lang="en-GB" sz="1600" dirty="0">
                          <a:solidFill>
                            <a:srgbClr val="1F1F1F"/>
                          </a:solidFill>
                          <a:effectLst/>
                          <a:latin typeface="Helvetica" panose="020B0604020202020204" pitchFamily="34" charset="0"/>
                          <a:cs typeface="Helvetica" panose="020B0604020202020204" pitchFamily="34" charset="0"/>
                        </a:rPr>
                        <a:t> shifts against local baselines.</a:t>
                      </a:r>
                    </a:p>
                  </a:txBody>
                  <a:tcPr marT="121920" marB="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02820443"/>
                  </a:ext>
                </a:extLst>
              </a:tr>
            </a:tbl>
          </a:graphicData>
        </a:graphic>
      </p:graphicFrame>
    </p:spTree>
    <p:extLst>
      <p:ext uri="{BB962C8B-B14F-4D97-AF65-F5344CB8AC3E}">
        <p14:creationId xmlns:p14="http://schemas.microsoft.com/office/powerpoint/2010/main" val="423292488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9FC8E-38D8-E733-FA4F-4DF3FFDCC066}"/>
            </a:ext>
          </a:extLst>
        </p:cNvPr>
        <p:cNvGrpSpPr/>
        <p:nvPr/>
      </p:nvGrpSpPr>
      <p:grpSpPr>
        <a:xfrm>
          <a:off x="0" y="0"/>
          <a:ext cx="0" cy="0"/>
          <a:chOff x="0" y="0"/>
          <a:chExt cx="0" cy="0"/>
        </a:xfrm>
      </p:grpSpPr>
      <p:graphicFrame>
        <p:nvGraphicFramePr>
          <p:cNvPr id="120" name="think-cell data - do not delete" hidden="1">
            <a:extLst>
              <a:ext uri="{FF2B5EF4-FFF2-40B4-BE49-F238E27FC236}">
                <a16:creationId xmlns:a16="http://schemas.microsoft.com/office/drawing/2014/main" id="{B6E0558F-E734-B3A5-17D0-417B9808C8B4}"/>
              </a:ext>
            </a:extLst>
          </p:cNvPr>
          <p:cNvGraphicFramePr>
            <a:graphicFrameLocks/>
          </p:cNvGraphicFramePr>
          <p:nvPr>
            <p:custDataLst>
              <p:tags r:id="rId1"/>
            </p:custDataLst>
          </p:nvPr>
        </p:nvGraphicFramePr>
        <p:xfrm>
          <a:off x="2118" y="2118"/>
          <a:ext cx="1636" cy="2117"/>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120" name="think-cell data - do not delete" hidden="1">
                        <a:extLst>
                          <a:ext uri="{FF2B5EF4-FFF2-40B4-BE49-F238E27FC236}">
                            <a16:creationId xmlns:a16="http://schemas.microsoft.com/office/drawing/2014/main" id="{B6E0558F-E734-B3A5-17D0-417B9808C8B4}"/>
                          </a:ext>
                        </a:extLst>
                      </p:cNvPr>
                      <p:cNvPicPr/>
                      <p:nvPr/>
                    </p:nvPicPr>
                    <p:blipFill>
                      <a:blip r:embed="rId5"/>
                      <a:stretch>
                        <a:fillRect/>
                      </a:stretch>
                    </p:blipFill>
                    <p:spPr>
                      <a:xfrm>
                        <a:off x="2118" y="2118"/>
                        <a:ext cx="1636" cy="2117"/>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14C042EA-46AC-5311-A949-3DBE61F44347}"/>
              </a:ext>
            </a:extLst>
          </p:cNvPr>
          <p:cNvSpPr/>
          <p:nvPr/>
        </p:nvSpPr>
        <p:spPr>
          <a:xfrm>
            <a:off x="548640" y="6355080"/>
            <a:ext cx="11094415" cy="9525"/>
          </a:xfrm>
          <a:prstGeom prst="rect">
            <a:avLst/>
          </a:prstGeom>
          <a:solidFill>
            <a:srgbClr val="E0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6" name="Slide Number Placeholder 22">
            <a:extLst>
              <a:ext uri="{FF2B5EF4-FFF2-40B4-BE49-F238E27FC236}">
                <a16:creationId xmlns:a16="http://schemas.microsoft.com/office/drawing/2014/main" id="{A1EAAF36-8CE5-68BD-9524-BB6F8C2F511E}"/>
              </a:ext>
            </a:extLst>
          </p:cNvPr>
          <p:cNvSpPr txBox="1">
            <a:spLocks/>
          </p:cNvSpPr>
          <p:nvPr/>
        </p:nvSpPr>
        <p:spPr>
          <a:xfrm>
            <a:off x="9601200" y="6356350"/>
            <a:ext cx="2133600" cy="365125"/>
          </a:xfrm>
          <a:prstGeom prst="rect">
            <a:avLst/>
          </a:prstGeom>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C1FF6DA9-008F-8B48-92A6-B652298478BF}" type="slidenum">
              <a:rPr lang="en-US" sz="1200" smtClean="0">
                <a:solidFill>
                  <a:schemeClr val="bg1">
                    <a:lumMod val="65000"/>
                  </a:schemeClr>
                </a:solidFill>
                <a:latin typeface="Helvetica Neue" panose="02000503000000020004" pitchFamily="2" charset="0"/>
                <a:ea typeface="Helvetica Neue" panose="02000503000000020004" pitchFamily="2" charset="0"/>
                <a:cs typeface="Helvetica Neue" panose="02000503000000020004" pitchFamily="2" charset="0"/>
              </a:rPr>
              <a:pPr algn="r"/>
              <a:t>9</a:t>
            </a:fld>
            <a:endParaRPr lang="en-US" sz="1200">
              <a:solidFill>
                <a:schemeClr val="bg1">
                  <a:lumMod val="65000"/>
                </a:schemeClr>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 name="Text 2">
            <a:extLst>
              <a:ext uri="{FF2B5EF4-FFF2-40B4-BE49-F238E27FC236}">
                <a16:creationId xmlns:a16="http://schemas.microsoft.com/office/drawing/2014/main" id="{EC726F74-2DED-55E0-5E16-7B80B9F46332}"/>
              </a:ext>
            </a:extLst>
          </p:cNvPr>
          <p:cNvSpPr/>
          <p:nvPr/>
        </p:nvSpPr>
        <p:spPr>
          <a:xfrm>
            <a:off x="731520" y="304800"/>
            <a:ext cx="9997440" cy="609600"/>
          </a:xfrm>
          <a:prstGeom prst="rect">
            <a:avLst/>
          </a:prstGeom>
          <a:noFill/>
          <a:ln/>
        </p:spPr>
        <p:txBody>
          <a:bodyPr wrap="square" lIns="0" tIns="0" rIns="0" bIns="0" rtlCol="0" anchor="ctr"/>
          <a:lstStyle/>
          <a:p>
            <a:r>
              <a:rPr lang="en-GB" sz="2500" b="1" dirty="0">
                <a:solidFill>
                  <a:srgbClr val="1B2A4A"/>
                </a:solidFill>
                <a:latin typeface="Georgia" panose="02040502050405020303" pitchFamily="18" charset="0"/>
                <a:ea typeface="Helvetica Neue" panose="02000503000000020004" pitchFamily="2" charset="0"/>
                <a:cs typeface="Helvetica Neue" panose="02000503000000020004" pitchFamily="2" charset="0"/>
              </a:rPr>
              <a:t>Four detectors vote independently, only routes isolated by multiple algorithms are confirmed anomalies</a:t>
            </a:r>
            <a:endParaRPr lang="en-US" sz="2500" dirty="0">
              <a:latin typeface="Georgia" panose="02040502050405020303" pitchFamily="18" charset="0"/>
              <a:ea typeface="Helvetica Neue" panose="02000503000000020004" pitchFamily="2" charset="0"/>
              <a:cs typeface="Helvetica Neue" panose="02000503000000020004" pitchFamily="2" charset="0"/>
            </a:endParaRPr>
          </a:p>
        </p:txBody>
      </p:sp>
      <p:sp>
        <p:nvSpPr>
          <p:cNvPr id="8" name="Text 3">
            <a:extLst>
              <a:ext uri="{FF2B5EF4-FFF2-40B4-BE49-F238E27FC236}">
                <a16:creationId xmlns:a16="http://schemas.microsoft.com/office/drawing/2014/main" id="{39B9EACA-4A4D-FAFB-8BAE-1C7006B31EB2}"/>
              </a:ext>
            </a:extLst>
          </p:cNvPr>
          <p:cNvSpPr/>
          <p:nvPr/>
        </p:nvSpPr>
        <p:spPr>
          <a:xfrm>
            <a:off x="731520" y="914400"/>
            <a:ext cx="9997440" cy="365760"/>
          </a:xfrm>
          <a:prstGeom prst="rect">
            <a:avLst/>
          </a:prstGeom>
          <a:noFill/>
          <a:ln/>
        </p:spPr>
        <p:txBody>
          <a:bodyPr wrap="square" lIns="0" tIns="0" rIns="0" bIns="0" rtlCol="0" anchor="ctr"/>
          <a:lstStyle/>
          <a:p>
            <a:r>
              <a:rPr lang="fr-FR" sz="1600" i="1" dirty="0" err="1">
                <a:solidFill>
                  <a:srgbClr val="475569"/>
                </a:solidFill>
                <a:latin typeface="Helvetica Neue" panose="02000503000000020004" pitchFamily="2" charset="0"/>
                <a:ea typeface="Helvetica Neue" panose="02000503000000020004" pitchFamily="2" charset="0"/>
                <a:cs typeface="Helvetica Neue" panose="02000503000000020004" pitchFamily="2" charset="0"/>
              </a:rPr>
              <a:t>Outlier</a:t>
            </a:r>
            <a:r>
              <a:rPr lang="fr-FR" sz="1600" i="1" dirty="0">
                <a:solidFill>
                  <a:srgbClr val="475569"/>
                </a:solidFill>
                <a:latin typeface="Helvetica Neue" panose="02000503000000020004" pitchFamily="2" charset="0"/>
                <a:ea typeface="Helvetica Neue" panose="02000503000000020004" pitchFamily="2" charset="0"/>
                <a:cs typeface="Helvetica Neue" panose="02000503000000020004" pitchFamily="2" charset="0"/>
              </a:rPr>
              <a:t> </a:t>
            </a:r>
            <a:r>
              <a:rPr lang="fr-FR" sz="1600" i="1" dirty="0" err="1">
                <a:solidFill>
                  <a:srgbClr val="475569"/>
                </a:solidFill>
                <a:latin typeface="Helvetica Neue" panose="02000503000000020004" pitchFamily="2" charset="0"/>
                <a:ea typeface="Helvetica Neue" panose="02000503000000020004" pitchFamily="2" charset="0"/>
                <a:cs typeface="Helvetica Neue" panose="02000503000000020004" pitchFamily="2" charset="0"/>
              </a:rPr>
              <a:t>Detection</a:t>
            </a:r>
            <a:r>
              <a:rPr lang="fr-FR" sz="1600" i="1" dirty="0">
                <a:solidFill>
                  <a:srgbClr val="475569"/>
                </a:solidFill>
                <a:latin typeface="Helvetica Neue" panose="02000503000000020004" pitchFamily="2" charset="0"/>
                <a:ea typeface="Helvetica Neue" panose="02000503000000020004" pitchFamily="2" charset="0"/>
                <a:cs typeface="Helvetica Neue" panose="02000503000000020004" pitchFamily="2" charset="0"/>
              </a:rPr>
              <a:t> — Ensemble Consensus </a:t>
            </a:r>
            <a:r>
              <a:rPr lang="fr-FR" sz="1600" i="1" dirty="0" err="1">
                <a:solidFill>
                  <a:srgbClr val="475569"/>
                </a:solidFill>
                <a:latin typeface="Helvetica Neue" panose="02000503000000020004" pitchFamily="2" charset="0"/>
                <a:ea typeface="Helvetica Neue" panose="02000503000000020004" pitchFamily="2" charset="0"/>
                <a:cs typeface="Helvetica Neue" panose="02000503000000020004" pitchFamily="2" charset="0"/>
              </a:rPr>
              <a:t>Strategy</a:t>
            </a:r>
            <a:endParaRPr lang="en-US" sz="16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 name="Rectangle 1">
            <a:extLst>
              <a:ext uri="{FF2B5EF4-FFF2-40B4-BE49-F238E27FC236}">
                <a16:creationId xmlns:a16="http://schemas.microsoft.com/office/drawing/2014/main" id="{7DF74F3D-9F40-CB9E-73D4-0E9BCD4B707B}"/>
              </a:ext>
            </a:extLst>
          </p:cNvPr>
          <p:cNvSpPr/>
          <p:nvPr/>
        </p:nvSpPr>
        <p:spPr>
          <a:xfrm>
            <a:off x="5486400" y="1642770"/>
            <a:ext cx="6285015" cy="4484771"/>
          </a:xfrm>
          <a:prstGeom prst="rect">
            <a:avLst/>
          </a:prstGeom>
          <a:solidFill>
            <a:schemeClr val="bg1">
              <a:lumMod val="95000"/>
              <a:alpha val="3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400" dirty="0"/>
          </a:p>
        </p:txBody>
      </p:sp>
      <p:sp>
        <p:nvSpPr>
          <p:cNvPr id="4" name="ZoneTexte 49">
            <a:extLst>
              <a:ext uri="{FF2B5EF4-FFF2-40B4-BE49-F238E27FC236}">
                <a16:creationId xmlns:a16="http://schemas.microsoft.com/office/drawing/2014/main" id="{F05120D8-7B5D-26EE-DF0F-68D1B76D8039}"/>
              </a:ext>
            </a:extLst>
          </p:cNvPr>
          <p:cNvSpPr txBox="1"/>
          <p:nvPr/>
        </p:nvSpPr>
        <p:spPr>
          <a:xfrm>
            <a:off x="5515389" y="1665933"/>
            <a:ext cx="4578922" cy="307777"/>
          </a:xfrm>
          <a:prstGeom prst="rect">
            <a:avLst/>
          </a:prstGeom>
          <a:noFill/>
        </p:spPr>
        <p:txBody>
          <a:bodyPr wrap="square" rtlCol="0">
            <a:spAutoFit/>
          </a:bodyPr>
          <a:lstStyle/>
          <a:p>
            <a:r>
              <a:rPr lang="en-GB" sz="1400" b="1">
                <a:latin typeface="Montserrat" pitchFamily="2" charset="77"/>
              </a:rPr>
              <a:t>Key Insights</a:t>
            </a:r>
          </a:p>
        </p:txBody>
      </p:sp>
      <p:cxnSp>
        <p:nvCxnSpPr>
          <p:cNvPr id="9" name="Connecteur droit 50">
            <a:extLst>
              <a:ext uri="{FF2B5EF4-FFF2-40B4-BE49-F238E27FC236}">
                <a16:creationId xmlns:a16="http://schemas.microsoft.com/office/drawing/2014/main" id="{546C2667-1C25-9131-3D19-D248008AEEBE}"/>
              </a:ext>
            </a:extLst>
          </p:cNvPr>
          <p:cNvCxnSpPr>
            <a:cxnSpLocks/>
          </p:cNvCxnSpPr>
          <p:nvPr/>
        </p:nvCxnSpPr>
        <p:spPr>
          <a:xfrm>
            <a:off x="5582399" y="1991798"/>
            <a:ext cx="1329276" cy="0"/>
          </a:xfrm>
          <a:prstGeom prst="line">
            <a:avLst/>
          </a:prstGeom>
          <a:ln w="19050">
            <a:solidFill>
              <a:srgbClr val="011B5D"/>
            </a:solidFill>
          </a:ln>
          <a:effectLst>
            <a:outerShdw dist="20000" sx="1000" sy="1000"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sp>
        <p:nvSpPr>
          <p:cNvPr id="11" name="ZoneTexte 52">
            <a:extLst>
              <a:ext uri="{FF2B5EF4-FFF2-40B4-BE49-F238E27FC236}">
                <a16:creationId xmlns:a16="http://schemas.microsoft.com/office/drawing/2014/main" id="{F25CB531-DD09-4D16-5F10-6B813C49ED99}"/>
              </a:ext>
            </a:extLst>
          </p:cNvPr>
          <p:cNvSpPr txBox="1"/>
          <p:nvPr/>
        </p:nvSpPr>
        <p:spPr>
          <a:xfrm>
            <a:off x="5567454" y="2154061"/>
            <a:ext cx="6095618" cy="3785652"/>
          </a:xfrm>
          <a:prstGeom prst="rect">
            <a:avLst/>
          </a:prstGeom>
          <a:noFill/>
        </p:spPr>
        <p:txBody>
          <a:bodyPr wrap="square" lIns="91440" tIns="45720" rIns="91440" bIns="45720" rtlCol="0" anchor="t">
            <a:spAutoFit/>
          </a:bodyPr>
          <a:lstStyle/>
          <a:p>
            <a:pPr marL="285750" indent="-285750" defTabSz="914400" eaLnBrk="0" fontAlgn="base" hangingPunct="0">
              <a:spcBef>
                <a:spcPct val="0"/>
              </a:spcBef>
              <a:spcAft>
                <a:spcPct val="0"/>
              </a:spcAft>
              <a:buFont typeface="Arial" panose="020B0604020202020204" pitchFamily="34" charset="0"/>
              <a:buChar char="•"/>
            </a:pPr>
            <a:r>
              <a:rPr lang="en-GB" altLang="en-US" sz="1600" b="1" dirty="0">
                <a:latin typeface="Helvetica Neue"/>
              </a:rPr>
              <a:t>Geometric Consensus</a:t>
            </a:r>
            <a:r>
              <a:rPr lang="en-GB" altLang="en-US" sz="1600" dirty="0">
                <a:latin typeface="Helvetica Neue"/>
              </a:rPr>
              <a:t>: PCA visually isolates structural anomalies. Routes with 2+ votes clearly separate from the dense "normal" baseline.</a:t>
            </a:r>
          </a:p>
          <a:p>
            <a:pPr defTabSz="914400" eaLnBrk="0" fontAlgn="base" hangingPunct="0">
              <a:spcBef>
                <a:spcPct val="0"/>
              </a:spcBef>
              <a:spcAft>
                <a:spcPct val="0"/>
              </a:spcAft>
            </a:pPr>
            <a:endParaRPr lang="en-GB" altLang="en-US" sz="1600" dirty="0">
              <a:latin typeface="Helvetica Neue"/>
            </a:endParaRPr>
          </a:p>
          <a:p>
            <a:pPr marL="285750" indent="-285750" defTabSz="914400" eaLnBrk="0" fontAlgn="base" hangingPunct="0">
              <a:spcBef>
                <a:spcPct val="0"/>
              </a:spcBef>
              <a:spcAft>
                <a:spcPct val="0"/>
              </a:spcAft>
              <a:buFont typeface="Arial" panose="020B0604020202020204" pitchFamily="34" charset="0"/>
              <a:buChar char="•"/>
            </a:pPr>
            <a:r>
              <a:rPr lang="en-GB" altLang="en-US" sz="1600" b="1" dirty="0">
                <a:latin typeface="Helvetica Neue"/>
              </a:rPr>
              <a:t>Noise Filtering</a:t>
            </a:r>
            <a:r>
              <a:rPr lang="en-GB" altLang="en-US" sz="1600" dirty="0">
                <a:latin typeface="Helvetica Neue"/>
              </a:rPr>
              <a:t>: 193 single-vote alerts discarded. One algorithm's flag is noise; multi-algorithm agreement is a verified signal.</a:t>
            </a:r>
          </a:p>
          <a:p>
            <a:pPr defTabSz="914400" eaLnBrk="0" fontAlgn="base" hangingPunct="0">
              <a:spcBef>
                <a:spcPct val="0"/>
              </a:spcBef>
              <a:spcAft>
                <a:spcPct val="0"/>
              </a:spcAft>
            </a:pPr>
            <a:endParaRPr lang="en-GB" altLang="en-US" sz="1600" dirty="0">
              <a:latin typeface="Helvetica Neue"/>
            </a:endParaRPr>
          </a:p>
          <a:p>
            <a:pPr marL="285750" indent="-285750" defTabSz="914400" eaLnBrk="0" fontAlgn="base" hangingPunct="0">
              <a:spcBef>
                <a:spcPct val="0"/>
              </a:spcBef>
              <a:spcAft>
                <a:spcPct val="0"/>
              </a:spcAft>
              <a:buFont typeface="Arial" panose="020B0604020202020204" pitchFamily="34" charset="0"/>
              <a:buChar char="•"/>
            </a:pPr>
            <a:r>
              <a:rPr lang="en-GB" altLang="en-US" sz="1600" b="1" dirty="0">
                <a:latin typeface="Helvetica Neue"/>
              </a:rPr>
              <a:t>High-Confidence Threats</a:t>
            </a:r>
            <a:r>
              <a:rPr lang="en-GB" altLang="en-US" sz="1600" dirty="0">
                <a:latin typeface="Helvetica Neue"/>
              </a:rPr>
              <a:t>: 9 extreme anomalies (3-4 votes) flagged by almost all detectors, neutralizing individual model biases.</a:t>
            </a:r>
          </a:p>
          <a:p>
            <a:pPr defTabSz="914400" eaLnBrk="0" fontAlgn="base" hangingPunct="0">
              <a:spcBef>
                <a:spcPct val="0"/>
              </a:spcBef>
              <a:spcAft>
                <a:spcPct val="0"/>
              </a:spcAft>
            </a:pPr>
            <a:endParaRPr lang="en-GB" altLang="en-US" sz="1600" dirty="0">
              <a:latin typeface="Helvetica Neue"/>
            </a:endParaRPr>
          </a:p>
          <a:p>
            <a:pPr marL="285750" indent="-285750" defTabSz="914400" eaLnBrk="0" fontAlgn="base" hangingPunct="0">
              <a:spcBef>
                <a:spcPct val="0"/>
              </a:spcBef>
              <a:spcAft>
                <a:spcPct val="0"/>
              </a:spcAft>
              <a:buFont typeface="Arial" panose="020B0604020202020204" pitchFamily="34" charset="0"/>
              <a:buChar char="•"/>
            </a:pPr>
            <a:r>
              <a:rPr lang="en-GB" altLang="en-US" sz="1600" b="1" dirty="0">
                <a:latin typeface="Helvetica Neue"/>
              </a:rPr>
              <a:t>Controlled Yield</a:t>
            </a:r>
            <a:r>
              <a:rPr lang="en-GB" altLang="en-US" sz="1600" dirty="0">
                <a:latin typeface="Helvetica Neue"/>
              </a:rPr>
              <a:t>: The 2+ threshold isolates 42 anomalies (5.8%). This aligns perfectly with our 5% contamination prior, proving zero over-flagging.</a:t>
            </a:r>
          </a:p>
        </p:txBody>
      </p:sp>
      <p:pic>
        <p:nvPicPr>
          <p:cNvPr id="13" name="Picture 12">
            <a:extLst>
              <a:ext uri="{FF2B5EF4-FFF2-40B4-BE49-F238E27FC236}">
                <a16:creationId xmlns:a16="http://schemas.microsoft.com/office/drawing/2014/main" id="{678A3318-89A6-A31C-5079-02CD6606D228}"/>
              </a:ext>
            </a:extLst>
          </p:cNvPr>
          <p:cNvPicPr>
            <a:picLocks noChangeAspect="1"/>
          </p:cNvPicPr>
          <p:nvPr/>
        </p:nvPicPr>
        <p:blipFill>
          <a:blip r:embed="rId6"/>
          <a:srcRect t="4864"/>
          <a:stretch>
            <a:fillRect/>
          </a:stretch>
        </p:blipFill>
        <p:spPr>
          <a:xfrm>
            <a:off x="193022" y="2118626"/>
            <a:ext cx="5034678" cy="3117858"/>
          </a:xfrm>
          <a:prstGeom prst="rect">
            <a:avLst/>
          </a:prstGeom>
          <a:ln>
            <a:solidFill>
              <a:schemeClr val="tx1"/>
            </a:solidFill>
          </a:ln>
        </p:spPr>
      </p:pic>
      <p:sp>
        <p:nvSpPr>
          <p:cNvPr id="16" name="TextBox 15">
            <a:extLst>
              <a:ext uri="{FF2B5EF4-FFF2-40B4-BE49-F238E27FC236}">
                <a16:creationId xmlns:a16="http://schemas.microsoft.com/office/drawing/2014/main" id="{CBCCBED7-9C69-E2F2-FC1F-A39B6F649C5F}"/>
              </a:ext>
            </a:extLst>
          </p:cNvPr>
          <p:cNvSpPr txBox="1"/>
          <p:nvPr/>
        </p:nvSpPr>
        <p:spPr>
          <a:xfrm>
            <a:off x="193022" y="5296545"/>
            <a:ext cx="5034678" cy="830997"/>
          </a:xfrm>
          <a:prstGeom prst="rect">
            <a:avLst/>
          </a:prstGeom>
          <a:noFill/>
        </p:spPr>
        <p:txBody>
          <a:bodyPr wrap="square">
            <a:spAutoFit/>
          </a:bodyPr>
          <a:lstStyle>
            <a:defPPr>
              <a:defRPr lang="en-US"/>
            </a:defPPr>
            <a:lvl1pPr>
              <a:defRPr sz="1200" b="1">
                <a:latin typeface="Helvetica Neue" panose="02000503000000020004"/>
                <a:ea typeface="Helvetica Neue" panose="02000503000000020004"/>
              </a:defRPr>
            </a:lvl1pPr>
          </a:lstStyle>
          <a:p>
            <a:pPr algn="just"/>
            <a:r>
              <a:rPr lang="en-GB" dirty="0"/>
              <a:t>Note: </a:t>
            </a:r>
            <a:r>
              <a:rPr lang="en-GB" b="0" dirty="0"/>
              <a:t>718 route-level observations projected onto 2 principal components. Colour and size reflect detector consensus from votes=0 (grey) to votes=4 (dark red). Consensus threshold ≥2/4. Contamination = 0.05.</a:t>
            </a:r>
          </a:p>
        </p:txBody>
      </p:sp>
      <p:sp>
        <p:nvSpPr>
          <p:cNvPr id="18" name="TextBox 17">
            <a:extLst>
              <a:ext uri="{FF2B5EF4-FFF2-40B4-BE49-F238E27FC236}">
                <a16:creationId xmlns:a16="http://schemas.microsoft.com/office/drawing/2014/main" id="{F1F89CAD-D03A-F8F0-3F53-E3B1B3551B27}"/>
              </a:ext>
            </a:extLst>
          </p:cNvPr>
          <p:cNvSpPr txBox="1"/>
          <p:nvPr/>
        </p:nvSpPr>
        <p:spPr>
          <a:xfrm>
            <a:off x="193022" y="1518932"/>
            <a:ext cx="5034678" cy="584775"/>
          </a:xfrm>
          <a:prstGeom prst="rect">
            <a:avLst/>
          </a:prstGeom>
          <a:noFill/>
        </p:spPr>
        <p:txBody>
          <a:bodyPr wrap="square">
            <a:spAutoFit/>
          </a:bodyPr>
          <a:lstStyle>
            <a:defPPr>
              <a:defRPr lang="en-US"/>
            </a:defPPr>
            <a:lvl1pPr algn="ctr">
              <a:defRPr sz="1600" b="1">
                <a:latin typeface="Helvetica Neue" panose="02000503000000020004"/>
              </a:defRPr>
            </a:lvl1pPr>
          </a:lstStyle>
          <a:p>
            <a:r>
              <a:rPr lang="en-GB" dirty="0"/>
              <a:t>Ensemble Vote Distribution in Feature Space (PCA Projection)</a:t>
            </a:r>
          </a:p>
        </p:txBody>
      </p:sp>
    </p:spTree>
    <p:extLst>
      <p:ext uri="{BB962C8B-B14F-4D97-AF65-F5344CB8AC3E}">
        <p14:creationId xmlns:p14="http://schemas.microsoft.com/office/powerpoint/2010/main" val="426336678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B4AC7-6F3C-7BEB-B219-E0EE9873C2DD}"/>
            </a:ext>
          </a:extLst>
        </p:cNvPr>
        <p:cNvGrpSpPr/>
        <p:nvPr/>
      </p:nvGrpSpPr>
      <p:grpSpPr>
        <a:xfrm>
          <a:off x="0" y="0"/>
          <a:ext cx="0" cy="0"/>
          <a:chOff x="0" y="0"/>
          <a:chExt cx="0" cy="0"/>
        </a:xfrm>
      </p:grpSpPr>
      <p:graphicFrame>
        <p:nvGraphicFramePr>
          <p:cNvPr id="120" name="think-cell data - do not delete" hidden="1">
            <a:extLst>
              <a:ext uri="{FF2B5EF4-FFF2-40B4-BE49-F238E27FC236}">
                <a16:creationId xmlns:a16="http://schemas.microsoft.com/office/drawing/2014/main" id="{113401B1-E024-9EC3-4651-081626F777DC}"/>
              </a:ext>
            </a:extLst>
          </p:cNvPr>
          <p:cNvGraphicFramePr>
            <a:graphicFrameLocks/>
          </p:cNvGraphicFramePr>
          <p:nvPr>
            <p:custDataLst>
              <p:tags r:id="rId1"/>
            </p:custDataLst>
          </p:nvPr>
        </p:nvGraphicFramePr>
        <p:xfrm>
          <a:off x="2118" y="2118"/>
          <a:ext cx="1636" cy="2117"/>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20" name="think-cell data - do not delete" hidden="1">
                        <a:extLst>
                          <a:ext uri="{FF2B5EF4-FFF2-40B4-BE49-F238E27FC236}">
                            <a16:creationId xmlns:a16="http://schemas.microsoft.com/office/drawing/2014/main" id="{113401B1-E024-9EC3-4651-081626F777DC}"/>
                          </a:ext>
                        </a:extLst>
                      </p:cNvPr>
                      <p:cNvPicPr/>
                      <p:nvPr/>
                    </p:nvPicPr>
                    <p:blipFill>
                      <a:blip r:embed="rId4"/>
                      <a:stretch>
                        <a:fillRect/>
                      </a:stretch>
                    </p:blipFill>
                    <p:spPr>
                      <a:xfrm>
                        <a:off x="2118" y="2118"/>
                        <a:ext cx="1636" cy="2117"/>
                      </a:xfrm>
                      <a:prstGeom prst="rect">
                        <a:avLst/>
                      </a:prstGeom>
                    </p:spPr>
                  </p:pic>
                </p:oleObj>
              </mc:Fallback>
            </mc:AlternateContent>
          </a:graphicData>
        </a:graphic>
      </p:graphicFrame>
      <p:sp>
        <p:nvSpPr>
          <p:cNvPr id="12" name="TextBox 11">
            <a:extLst>
              <a:ext uri="{FF2B5EF4-FFF2-40B4-BE49-F238E27FC236}">
                <a16:creationId xmlns:a16="http://schemas.microsoft.com/office/drawing/2014/main" id="{2007DADC-DFBC-79C2-3DE1-22D124099A01}"/>
              </a:ext>
            </a:extLst>
          </p:cNvPr>
          <p:cNvSpPr txBox="1"/>
          <p:nvPr/>
        </p:nvSpPr>
        <p:spPr>
          <a:xfrm>
            <a:off x="10860258" y="-2368297"/>
            <a:ext cx="5615268" cy="369332"/>
          </a:xfrm>
          <a:prstGeom prst="rect">
            <a:avLst/>
          </a:prstGeom>
          <a:noFill/>
        </p:spPr>
        <p:txBody>
          <a:bodyPr wrap="square">
            <a:spAutoFit/>
          </a:bodyPr>
          <a:lstStyle/>
          <a:p>
            <a:pPr algn="ctr"/>
            <a:r>
              <a:rPr lang="en-GB" b="1" u="sng" err="1">
                <a:latin typeface="Helvetica Neue" panose="02000503000000020004" pitchFamily="2" charset="0"/>
                <a:ea typeface="Helvetica Neue" panose="02000503000000020004" pitchFamily="2" charset="0"/>
                <a:cs typeface="Helvetica Neue" panose="02000503000000020004" pitchFamily="2" charset="0"/>
              </a:rPr>
              <a:t>Explaination</a:t>
            </a:r>
            <a:endParaRPr lang="en-GB" b="1" u="sng">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6" name="Rectangle 5">
            <a:extLst>
              <a:ext uri="{FF2B5EF4-FFF2-40B4-BE49-F238E27FC236}">
                <a16:creationId xmlns:a16="http://schemas.microsoft.com/office/drawing/2014/main" id="{B3C22B9E-9E7E-E8B5-0EF1-574ACD07EBBB}"/>
              </a:ext>
            </a:extLst>
          </p:cNvPr>
          <p:cNvSpPr/>
          <p:nvPr/>
        </p:nvSpPr>
        <p:spPr>
          <a:xfrm>
            <a:off x="548640" y="6355080"/>
            <a:ext cx="11094415" cy="9525"/>
          </a:xfrm>
          <a:prstGeom prst="rect">
            <a:avLst/>
          </a:prstGeom>
          <a:solidFill>
            <a:srgbClr val="E0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 name="Slide Number Placeholder 22">
            <a:extLst>
              <a:ext uri="{FF2B5EF4-FFF2-40B4-BE49-F238E27FC236}">
                <a16:creationId xmlns:a16="http://schemas.microsoft.com/office/drawing/2014/main" id="{919867FF-DD88-0BD1-4168-7116CCD8C892}"/>
              </a:ext>
            </a:extLst>
          </p:cNvPr>
          <p:cNvSpPr txBox="1">
            <a:spLocks/>
          </p:cNvSpPr>
          <p:nvPr/>
        </p:nvSpPr>
        <p:spPr>
          <a:xfrm>
            <a:off x="9601200" y="6356350"/>
            <a:ext cx="2133600" cy="365125"/>
          </a:xfrm>
          <a:prstGeom prst="rect">
            <a:avLst/>
          </a:prstGeom>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C1FF6DA9-008F-8B48-92A6-B652298478BF}" type="slidenum">
              <a:rPr lang="en-US" sz="1200" smtClean="0">
                <a:solidFill>
                  <a:schemeClr val="bg1">
                    <a:lumMod val="65000"/>
                  </a:schemeClr>
                </a:solidFill>
                <a:latin typeface="Helvetica Neue" panose="02000503000000020004" pitchFamily="2" charset="0"/>
                <a:ea typeface="Helvetica Neue" panose="02000503000000020004" pitchFamily="2" charset="0"/>
                <a:cs typeface="Helvetica Neue" panose="02000503000000020004" pitchFamily="2" charset="0"/>
              </a:rPr>
              <a:pPr algn="r"/>
              <a:t>10</a:t>
            </a:fld>
            <a:endParaRPr lang="en-US" sz="1200">
              <a:solidFill>
                <a:schemeClr val="bg1">
                  <a:lumMod val="65000"/>
                </a:schemeClr>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 name="Text 2">
            <a:extLst>
              <a:ext uri="{FF2B5EF4-FFF2-40B4-BE49-F238E27FC236}">
                <a16:creationId xmlns:a16="http://schemas.microsoft.com/office/drawing/2014/main" id="{34B3E2B3-234E-80B3-A55F-F6F511E2411B}"/>
              </a:ext>
            </a:extLst>
          </p:cNvPr>
          <p:cNvSpPr/>
          <p:nvPr/>
        </p:nvSpPr>
        <p:spPr>
          <a:xfrm>
            <a:off x="731520" y="304800"/>
            <a:ext cx="9997440" cy="609600"/>
          </a:xfrm>
          <a:prstGeom prst="rect">
            <a:avLst/>
          </a:prstGeom>
          <a:noFill/>
          <a:ln/>
        </p:spPr>
        <p:txBody>
          <a:bodyPr wrap="square" lIns="0" tIns="0" rIns="0" bIns="0" rtlCol="0" anchor="ctr"/>
          <a:lstStyle/>
          <a:p>
            <a:r>
              <a:rPr lang="en-GB" sz="2500" b="1" dirty="0">
                <a:solidFill>
                  <a:srgbClr val="1B2A4A"/>
                </a:solidFill>
                <a:latin typeface="Georgia" panose="02040502050405020303" pitchFamily="18" charset="0"/>
                <a:ea typeface="Helvetica Neue" panose="02000503000000020004" pitchFamily="2" charset="0"/>
                <a:cs typeface="Helvetica Neue" panose="02000503000000020004" pitchFamily="2" charset="0"/>
              </a:rPr>
              <a:t>Albanian and Turkish corridors dominate the top 20 anomalies, led by TIA→BGY (Score: 0.508)</a:t>
            </a:r>
            <a:endParaRPr lang="en-US" sz="2500" dirty="0">
              <a:latin typeface="Georgia" panose="02040502050405020303" pitchFamily="18" charset="0"/>
              <a:ea typeface="Helvetica Neue" panose="02000503000000020004" pitchFamily="2" charset="0"/>
              <a:cs typeface="Helvetica Neue" panose="02000503000000020004" pitchFamily="2" charset="0"/>
            </a:endParaRPr>
          </a:p>
        </p:txBody>
      </p:sp>
      <p:sp>
        <p:nvSpPr>
          <p:cNvPr id="9" name="Text 3">
            <a:extLst>
              <a:ext uri="{FF2B5EF4-FFF2-40B4-BE49-F238E27FC236}">
                <a16:creationId xmlns:a16="http://schemas.microsoft.com/office/drawing/2014/main" id="{ED8864D3-9D17-1460-5505-13DC64092334}"/>
              </a:ext>
            </a:extLst>
          </p:cNvPr>
          <p:cNvSpPr/>
          <p:nvPr/>
        </p:nvSpPr>
        <p:spPr>
          <a:xfrm>
            <a:off x="731520" y="914400"/>
            <a:ext cx="9997440" cy="365760"/>
          </a:xfrm>
          <a:prstGeom prst="rect">
            <a:avLst/>
          </a:prstGeom>
          <a:noFill/>
          <a:ln/>
        </p:spPr>
        <p:txBody>
          <a:bodyPr wrap="square" lIns="0" tIns="0" rIns="0" bIns="0" rtlCol="0" anchor="ctr"/>
          <a:lstStyle/>
          <a:p>
            <a:r>
              <a:rPr lang="en-GB" sz="1600" i="1" dirty="0">
                <a:solidFill>
                  <a:srgbClr val="475569"/>
                </a:solidFill>
                <a:latin typeface="Helvetica Neue" panose="02000503000000020004" pitchFamily="2" charset="0"/>
                <a:ea typeface="Helvetica Neue" panose="02000503000000020004" pitchFamily="2" charset="0"/>
                <a:cs typeface="Helvetica Neue" panose="02000503000000020004" pitchFamily="2" charset="0"/>
              </a:rPr>
              <a:t>Classical Pipeline Results</a:t>
            </a:r>
            <a:endParaRPr lang="en-US" sz="16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 name="Rectangle 1">
            <a:extLst>
              <a:ext uri="{FF2B5EF4-FFF2-40B4-BE49-F238E27FC236}">
                <a16:creationId xmlns:a16="http://schemas.microsoft.com/office/drawing/2014/main" id="{C34A511F-B2B2-9380-8054-E9C1C5A0D93B}"/>
              </a:ext>
            </a:extLst>
          </p:cNvPr>
          <p:cNvSpPr/>
          <p:nvPr/>
        </p:nvSpPr>
        <p:spPr>
          <a:xfrm>
            <a:off x="6096000" y="1509710"/>
            <a:ext cx="5547055" cy="4615820"/>
          </a:xfrm>
          <a:prstGeom prst="rect">
            <a:avLst/>
          </a:prstGeom>
          <a:solidFill>
            <a:schemeClr val="bg1">
              <a:lumMod val="95000"/>
              <a:alpha val="3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400"/>
          </a:p>
        </p:txBody>
      </p:sp>
      <p:sp>
        <p:nvSpPr>
          <p:cNvPr id="4" name="ZoneTexte 49">
            <a:extLst>
              <a:ext uri="{FF2B5EF4-FFF2-40B4-BE49-F238E27FC236}">
                <a16:creationId xmlns:a16="http://schemas.microsoft.com/office/drawing/2014/main" id="{13F601AD-4B80-B2AB-C8E2-61DDB4EFF372}"/>
              </a:ext>
            </a:extLst>
          </p:cNvPr>
          <p:cNvSpPr txBox="1"/>
          <p:nvPr/>
        </p:nvSpPr>
        <p:spPr>
          <a:xfrm>
            <a:off x="6096000" y="1532872"/>
            <a:ext cx="4803648" cy="307777"/>
          </a:xfrm>
          <a:prstGeom prst="rect">
            <a:avLst/>
          </a:prstGeom>
          <a:noFill/>
        </p:spPr>
        <p:txBody>
          <a:bodyPr wrap="square" rtlCol="0">
            <a:spAutoFit/>
          </a:bodyPr>
          <a:lstStyle/>
          <a:p>
            <a:r>
              <a:rPr lang="en-GB" sz="1400" b="1">
                <a:latin typeface="Montserrat" pitchFamily="2" charset="77"/>
              </a:rPr>
              <a:t>Key Insights</a:t>
            </a:r>
          </a:p>
        </p:txBody>
      </p:sp>
      <p:cxnSp>
        <p:nvCxnSpPr>
          <p:cNvPr id="11" name="Connecteur droit 50">
            <a:extLst>
              <a:ext uri="{FF2B5EF4-FFF2-40B4-BE49-F238E27FC236}">
                <a16:creationId xmlns:a16="http://schemas.microsoft.com/office/drawing/2014/main" id="{2C3C8509-D35B-A5D0-BB65-886A066B0986}"/>
              </a:ext>
            </a:extLst>
          </p:cNvPr>
          <p:cNvCxnSpPr>
            <a:cxnSpLocks/>
          </p:cNvCxnSpPr>
          <p:nvPr/>
        </p:nvCxnSpPr>
        <p:spPr>
          <a:xfrm>
            <a:off x="6130241" y="1858737"/>
            <a:ext cx="1394515" cy="0"/>
          </a:xfrm>
          <a:prstGeom prst="line">
            <a:avLst/>
          </a:prstGeom>
          <a:ln w="19050">
            <a:solidFill>
              <a:srgbClr val="011B5D"/>
            </a:solidFill>
          </a:ln>
          <a:effectLst>
            <a:outerShdw dist="20000" sx="1000" sy="1000"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sp>
        <p:nvSpPr>
          <p:cNvPr id="13" name="ZoneTexte 52">
            <a:extLst>
              <a:ext uri="{FF2B5EF4-FFF2-40B4-BE49-F238E27FC236}">
                <a16:creationId xmlns:a16="http://schemas.microsoft.com/office/drawing/2014/main" id="{334166E3-4471-804F-8387-C61DE7777CB9}"/>
              </a:ext>
            </a:extLst>
          </p:cNvPr>
          <p:cNvSpPr txBox="1"/>
          <p:nvPr/>
        </p:nvSpPr>
        <p:spPr>
          <a:xfrm>
            <a:off x="6130241" y="2021000"/>
            <a:ext cx="5398144" cy="4031873"/>
          </a:xfrm>
          <a:prstGeom prst="rect">
            <a:avLst/>
          </a:prstGeom>
          <a:noFill/>
        </p:spPr>
        <p:txBody>
          <a:bodyPr wrap="square" rtlCol="0">
            <a:spAutoFit/>
          </a:bodyPr>
          <a:lstStyle/>
          <a:p>
            <a:pPr marL="285750" lvl="0" indent="-285750" defTabSz="914400" eaLnBrk="0" fontAlgn="base" hangingPunct="0">
              <a:spcBef>
                <a:spcPct val="0"/>
              </a:spcBef>
              <a:spcAft>
                <a:spcPct val="0"/>
              </a:spcAft>
              <a:buFont typeface="Arial" panose="020B0604020202020204" pitchFamily="34" charset="0"/>
              <a:buChar char="•"/>
            </a:pPr>
            <a:r>
              <a:rPr lang="en-GB" altLang="en-US" sz="1600" b="1" dirty="0">
                <a:latin typeface="Helvetica" panose="020B0604020202020204" pitchFamily="34" charset="0"/>
                <a:cs typeface="Helvetica" panose="020B0604020202020204" pitchFamily="34" charset="0"/>
              </a:rPr>
              <a:t>Albanian Dominance</a:t>
            </a:r>
            <a:r>
              <a:rPr lang="en-GB" altLang="en-US" sz="1600" dirty="0">
                <a:latin typeface="Helvetica" panose="020B0604020202020204" pitchFamily="34" charset="0"/>
                <a:cs typeface="Helvetica" panose="020B0604020202020204" pitchFamily="34" charset="0"/>
              </a:rPr>
              <a:t>: 7 of the top 10 anomalous routes originate from Tirana (TIA). These routes exhibit high priority scores with statistically tight confidence intervals.</a:t>
            </a:r>
          </a:p>
          <a:p>
            <a:pPr marL="285750" lvl="0" indent="-285750" defTabSz="914400" eaLnBrk="0" fontAlgn="base" hangingPunct="0">
              <a:spcBef>
                <a:spcPct val="0"/>
              </a:spcBef>
              <a:spcAft>
                <a:spcPct val="0"/>
              </a:spcAft>
              <a:buFont typeface="Arial" panose="020B0604020202020204" pitchFamily="34" charset="0"/>
              <a:buChar char="•"/>
            </a:pPr>
            <a:endParaRPr lang="en-GB" altLang="en-US" sz="1600" dirty="0">
              <a:latin typeface="Helvetica" panose="020B0604020202020204" pitchFamily="34" charset="0"/>
              <a:cs typeface="Helvetica" panose="020B0604020202020204" pitchFamily="34" charset="0"/>
            </a:endParaRPr>
          </a:p>
          <a:p>
            <a:pPr marL="285750" lvl="0" indent="-285750" defTabSz="914400" eaLnBrk="0" fontAlgn="base" hangingPunct="0">
              <a:spcBef>
                <a:spcPct val="0"/>
              </a:spcBef>
              <a:spcAft>
                <a:spcPct val="0"/>
              </a:spcAft>
              <a:buFont typeface="Arial" panose="020B0604020202020204" pitchFamily="34" charset="0"/>
              <a:buChar char="•"/>
            </a:pPr>
            <a:r>
              <a:rPr lang="en-GB" altLang="en-US" sz="1600" b="1" dirty="0">
                <a:latin typeface="Helvetica" panose="020B0604020202020204" pitchFamily="34" charset="0"/>
                <a:cs typeface="Helvetica" panose="020B0604020202020204" pitchFamily="34" charset="0"/>
              </a:rPr>
              <a:t>The Wilson CI Safeguard</a:t>
            </a:r>
            <a:r>
              <a:rPr lang="en-GB" altLang="en-US" sz="1600" dirty="0">
                <a:latin typeface="Helvetica" panose="020B0604020202020204" pitchFamily="34" charset="0"/>
                <a:cs typeface="Helvetica" panose="020B0604020202020204" pitchFamily="34" charset="0"/>
              </a:rPr>
              <a:t>: Turkish routes (e.g., IST→CTA) show extreme raw alert rates but are mathematically </a:t>
            </a:r>
            <a:r>
              <a:rPr lang="en-GB" altLang="en-US" sz="1600" dirty="0" err="1">
                <a:latin typeface="Helvetica" panose="020B0604020202020204" pitchFamily="34" charset="0"/>
                <a:cs typeface="Helvetica" panose="020B0604020202020204" pitchFamily="34" charset="0"/>
              </a:rPr>
              <a:t>downweighted</a:t>
            </a:r>
            <a:r>
              <a:rPr lang="en-GB" altLang="en-US" sz="1600" dirty="0">
                <a:latin typeface="Helvetica" panose="020B0604020202020204" pitchFamily="34" charset="0"/>
                <a:cs typeface="Helvetica" panose="020B0604020202020204" pitchFamily="34" charset="0"/>
              </a:rPr>
              <a:t> by wider confidence intervals due to lower volume. This successfully prevents small-sample false positives.</a:t>
            </a:r>
          </a:p>
          <a:p>
            <a:pPr marL="285750" lvl="0" indent="-285750" defTabSz="914400" eaLnBrk="0" fontAlgn="base" hangingPunct="0">
              <a:spcBef>
                <a:spcPct val="0"/>
              </a:spcBef>
              <a:spcAft>
                <a:spcPct val="0"/>
              </a:spcAft>
              <a:buFont typeface="Arial" panose="020B0604020202020204" pitchFamily="34" charset="0"/>
              <a:buChar char="•"/>
            </a:pPr>
            <a:endParaRPr lang="en-GB" altLang="en-US" sz="1600" dirty="0">
              <a:latin typeface="Helvetica" panose="020B0604020202020204" pitchFamily="34" charset="0"/>
              <a:cs typeface="Helvetica" panose="020B0604020202020204" pitchFamily="34" charset="0"/>
            </a:endParaRPr>
          </a:p>
          <a:p>
            <a:pPr marL="285750" lvl="0" indent="-285750" defTabSz="914400" eaLnBrk="0" fontAlgn="base" hangingPunct="0">
              <a:spcBef>
                <a:spcPct val="0"/>
              </a:spcBef>
              <a:spcAft>
                <a:spcPct val="0"/>
              </a:spcAft>
              <a:buFont typeface="Arial" panose="020B0604020202020204" pitchFamily="34" charset="0"/>
              <a:buChar char="•"/>
            </a:pPr>
            <a:r>
              <a:rPr lang="en-GB" altLang="en-US" sz="1600" b="1" dirty="0">
                <a:latin typeface="Helvetica" panose="020B0604020202020204" pitchFamily="34" charset="0"/>
                <a:cs typeface="Helvetica" panose="020B0604020202020204" pitchFamily="34" charset="0"/>
              </a:rPr>
              <a:t>Beyond the Top 2</a:t>
            </a:r>
            <a:r>
              <a:rPr lang="en-GB" altLang="en-US" sz="1600" dirty="0">
                <a:latin typeface="Helvetica" panose="020B0604020202020204" pitchFamily="34" charset="0"/>
                <a:cs typeface="Helvetica" panose="020B0604020202020204" pitchFamily="34" charset="0"/>
              </a:rPr>
              <a:t>: The model captures diverse, non-obvious corridors in the tail (Qatar, China, Egypt, Morocco). This proves the ensemble detects underlying structural anomalies, not just regional biases.</a:t>
            </a:r>
          </a:p>
        </p:txBody>
      </p:sp>
      <p:pic>
        <p:nvPicPr>
          <p:cNvPr id="14" name="Picture 13">
            <a:extLst>
              <a:ext uri="{FF2B5EF4-FFF2-40B4-BE49-F238E27FC236}">
                <a16:creationId xmlns:a16="http://schemas.microsoft.com/office/drawing/2014/main" id="{F3FD9E7E-F470-AD3A-C4F1-C5D1A847DE95}"/>
              </a:ext>
            </a:extLst>
          </p:cNvPr>
          <p:cNvPicPr>
            <a:picLocks noChangeAspect="1"/>
          </p:cNvPicPr>
          <p:nvPr/>
        </p:nvPicPr>
        <p:blipFill>
          <a:blip r:embed="rId5"/>
          <a:srcRect t="3845"/>
          <a:stretch>
            <a:fillRect/>
          </a:stretch>
        </p:blipFill>
        <p:spPr>
          <a:xfrm>
            <a:off x="420585" y="1817370"/>
            <a:ext cx="5262346" cy="3836128"/>
          </a:xfrm>
          <a:prstGeom prst="rect">
            <a:avLst/>
          </a:prstGeom>
        </p:spPr>
      </p:pic>
      <p:sp>
        <p:nvSpPr>
          <p:cNvPr id="19" name="TextBox 18">
            <a:extLst>
              <a:ext uri="{FF2B5EF4-FFF2-40B4-BE49-F238E27FC236}">
                <a16:creationId xmlns:a16="http://schemas.microsoft.com/office/drawing/2014/main" id="{264CF998-906D-D633-6178-95C3447CF369}"/>
              </a:ext>
            </a:extLst>
          </p:cNvPr>
          <p:cNvSpPr txBox="1"/>
          <p:nvPr/>
        </p:nvSpPr>
        <p:spPr>
          <a:xfrm>
            <a:off x="1037010" y="1290639"/>
            <a:ext cx="4029495" cy="584775"/>
          </a:xfrm>
          <a:prstGeom prst="rect">
            <a:avLst/>
          </a:prstGeom>
          <a:noFill/>
        </p:spPr>
        <p:txBody>
          <a:bodyPr wrap="square">
            <a:spAutoFit/>
          </a:bodyPr>
          <a:lstStyle>
            <a:defPPr>
              <a:defRPr lang="en-US"/>
            </a:defPPr>
            <a:lvl1pPr algn="ctr">
              <a:defRPr sz="1600" b="1">
                <a:latin typeface="Helvetica Neue" panose="02000503000000020004"/>
              </a:defRPr>
            </a:lvl1pPr>
          </a:lstStyle>
          <a:p>
            <a:r>
              <a:rPr lang="en-GB" dirty="0"/>
              <a:t>Top 20 Routes by Priority Score (coloured by risk level)</a:t>
            </a:r>
          </a:p>
        </p:txBody>
      </p:sp>
      <p:sp>
        <p:nvSpPr>
          <p:cNvPr id="21" name="TextBox 20">
            <a:extLst>
              <a:ext uri="{FF2B5EF4-FFF2-40B4-BE49-F238E27FC236}">
                <a16:creationId xmlns:a16="http://schemas.microsoft.com/office/drawing/2014/main" id="{D05AFBF6-8172-12D7-CE69-E3017CCA6462}"/>
              </a:ext>
            </a:extLst>
          </p:cNvPr>
          <p:cNvSpPr txBox="1"/>
          <p:nvPr/>
        </p:nvSpPr>
        <p:spPr>
          <a:xfrm>
            <a:off x="420585" y="5641285"/>
            <a:ext cx="5262346" cy="646331"/>
          </a:xfrm>
          <a:prstGeom prst="rect">
            <a:avLst/>
          </a:prstGeom>
          <a:noFill/>
        </p:spPr>
        <p:txBody>
          <a:bodyPr wrap="square">
            <a:spAutoFit/>
          </a:bodyPr>
          <a:lstStyle>
            <a:defPPr>
              <a:defRPr lang="en-US"/>
            </a:defPPr>
            <a:lvl1pPr algn="just">
              <a:defRPr sz="1200" b="1">
                <a:latin typeface="Helvetica Neue" panose="02000503000000020004"/>
                <a:ea typeface="Helvetica Neue" panose="02000503000000020004"/>
              </a:defRPr>
            </a:lvl1pPr>
          </a:lstStyle>
          <a:p>
            <a:r>
              <a:rPr lang="en-GB" dirty="0"/>
              <a:t>Note</a:t>
            </a:r>
            <a:r>
              <a:rPr lang="en-GB" b="0" dirty="0"/>
              <a:t>: Priority score = (0.60 × </a:t>
            </a:r>
            <a:r>
              <a:rPr lang="en-GB" b="0" dirty="0" err="1"/>
              <a:t>alert_rate_norm</a:t>
            </a:r>
            <a:r>
              <a:rPr lang="en-GB" b="0" dirty="0"/>
              <a:t> + 0.40 × </a:t>
            </a:r>
            <a:r>
              <a:rPr lang="en-GB" b="0" dirty="0" err="1"/>
              <a:t>log_alarms_norm</a:t>
            </a:r>
            <a:r>
              <a:rPr lang="en-GB" b="0" dirty="0"/>
              <a:t>) × Wilson CI confidence. CI 95 computed on alert rate per route. Routes with insufficient sample size are </a:t>
            </a:r>
            <a:r>
              <a:rPr lang="en-GB" b="0" dirty="0" err="1"/>
              <a:t>downweighted</a:t>
            </a:r>
            <a:r>
              <a:rPr lang="en-GB" b="0" dirty="0"/>
              <a:t> automatically by the CI factor.</a:t>
            </a:r>
          </a:p>
        </p:txBody>
      </p:sp>
    </p:spTree>
    <p:extLst>
      <p:ext uri="{BB962C8B-B14F-4D97-AF65-F5344CB8AC3E}">
        <p14:creationId xmlns:p14="http://schemas.microsoft.com/office/powerpoint/2010/main" val="426342023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2240"/>
        </a:solidFill>
        <a:effectLst/>
      </p:bgPr>
    </p:bg>
    <p:spTree>
      <p:nvGrpSpPr>
        <p:cNvPr id="1" name="">
          <a:extLst>
            <a:ext uri="{FF2B5EF4-FFF2-40B4-BE49-F238E27FC236}">
              <a16:creationId xmlns:a16="http://schemas.microsoft.com/office/drawing/2014/main" id="{C288CF5F-50D3-A2B0-8991-60AB0D62BA8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72602CD-1FDE-147D-A162-9D83FA50772B}"/>
              </a:ext>
            </a:extLst>
          </p:cNvPr>
          <p:cNvSpPr/>
          <p:nvPr/>
        </p:nvSpPr>
        <p:spPr>
          <a:xfrm>
            <a:off x="0" y="0"/>
            <a:ext cx="12191695" cy="36576"/>
          </a:xfrm>
          <a:prstGeom prst="rect">
            <a:avLst/>
          </a:prstGeom>
          <a:solidFill>
            <a:srgbClr val="4A9E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59BEC7AE-3E7E-4DA8-2BCC-50C0B93BF022}"/>
              </a:ext>
            </a:extLst>
          </p:cNvPr>
          <p:cNvSpPr txBox="1"/>
          <p:nvPr/>
        </p:nvSpPr>
        <p:spPr>
          <a:xfrm>
            <a:off x="731519" y="1828800"/>
            <a:ext cx="3164619" cy="914400"/>
          </a:xfrm>
          <a:prstGeom prst="rect">
            <a:avLst/>
          </a:prstGeom>
          <a:noFill/>
        </p:spPr>
        <p:txBody>
          <a:bodyPr wrap="square">
            <a:noAutofit/>
          </a:bodyPr>
          <a:lstStyle/>
          <a:p>
            <a:pPr algn="l">
              <a:defRPr sz="6400" b="1">
                <a:solidFill>
                  <a:srgbClr val="4A9ECF"/>
                </a:solidFill>
                <a:latin typeface="Calibri"/>
              </a:defRPr>
            </a:pPr>
            <a:r>
              <a:rPr lang="fr-BE" err="1">
                <a:latin typeface="Helvetica Neue" panose="02000503000000020004" pitchFamily="2" charset="0"/>
                <a:ea typeface="Helvetica Neue" panose="02000503000000020004" pitchFamily="2" charset="0"/>
                <a:cs typeface="Helvetica Neue" panose="02000503000000020004" pitchFamily="2" charset="0"/>
              </a:rPr>
              <a:t>Act</a:t>
            </a:r>
            <a:r>
              <a:rPr lang="fr-BE">
                <a:latin typeface="Helvetica Neue" panose="02000503000000020004" pitchFamily="2" charset="0"/>
                <a:ea typeface="Helvetica Neue" panose="02000503000000020004" pitchFamily="2" charset="0"/>
                <a:cs typeface="Helvetica Neue" panose="02000503000000020004" pitchFamily="2" charset="0"/>
              </a:rPr>
              <a:t> </a:t>
            </a:r>
            <a:r>
              <a:rPr>
                <a:latin typeface="Helvetica Neue" panose="02000503000000020004" pitchFamily="2" charset="0"/>
                <a:ea typeface="Helvetica Neue" panose="02000503000000020004" pitchFamily="2" charset="0"/>
                <a:cs typeface="Helvetica Neue" panose="02000503000000020004" pitchFamily="2" charset="0"/>
              </a:rPr>
              <a:t>0</a:t>
            </a:r>
            <a:r>
              <a:rPr lang="fr-BE">
                <a:latin typeface="Helvetica Neue" panose="02000503000000020004" pitchFamily="2" charset="0"/>
                <a:ea typeface="Helvetica Neue" panose="02000503000000020004" pitchFamily="2" charset="0"/>
                <a:cs typeface="Helvetica Neue" panose="02000503000000020004" pitchFamily="2" charset="0"/>
              </a:rPr>
              <a:t>3</a:t>
            </a:r>
            <a:endParaRPr>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Rectangle 3">
            <a:extLst>
              <a:ext uri="{FF2B5EF4-FFF2-40B4-BE49-F238E27FC236}">
                <a16:creationId xmlns:a16="http://schemas.microsoft.com/office/drawing/2014/main" id="{443FE3E2-918B-62CF-8105-E9328AD8DE35}"/>
              </a:ext>
            </a:extLst>
          </p:cNvPr>
          <p:cNvSpPr/>
          <p:nvPr/>
        </p:nvSpPr>
        <p:spPr>
          <a:xfrm>
            <a:off x="731520" y="3108960"/>
            <a:ext cx="1828800" cy="9525"/>
          </a:xfrm>
          <a:prstGeom prst="rect">
            <a:avLst/>
          </a:prstGeom>
          <a:solidFill>
            <a:srgbClr val="4A9E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 name="TextBox 4">
            <a:extLst>
              <a:ext uri="{FF2B5EF4-FFF2-40B4-BE49-F238E27FC236}">
                <a16:creationId xmlns:a16="http://schemas.microsoft.com/office/drawing/2014/main" id="{6805167B-38FB-3034-041C-9D51827EBE08}"/>
              </a:ext>
            </a:extLst>
          </p:cNvPr>
          <p:cNvSpPr txBox="1"/>
          <p:nvPr/>
        </p:nvSpPr>
        <p:spPr>
          <a:xfrm>
            <a:off x="731520" y="3383280"/>
            <a:ext cx="9144000" cy="1097280"/>
          </a:xfrm>
          <a:prstGeom prst="rect">
            <a:avLst/>
          </a:prstGeom>
          <a:noFill/>
        </p:spPr>
        <p:txBody>
          <a:bodyPr wrap="square">
            <a:noAutofit/>
          </a:bodyPr>
          <a:lstStyle/>
          <a:p>
            <a:pPr algn="l">
              <a:defRPr sz="4000" b="1">
                <a:solidFill>
                  <a:srgbClr val="FFFFFF"/>
                </a:solidFill>
                <a:latin typeface="Calibri"/>
              </a:defRPr>
            </a:pPr>
            <a:r>
              <a:rPr lang="en-GB" dirty="0">
                <a:latin typeface="Helvetica Neue" panose="02000503000000020004" pitchFamily="2" charset="0"/>
                <a:ea typeface="Helvetica Neue" panose="02000503000000020004" pitchFamily="2" charset="0"/>
                <a:cs typeface="Helvetica Neue" panose="02000503000000020004" pitchFamily="2" charset="0"/>
              </a:rPr>
              <a:t>MULTI-AGENT APPROACH </a:t>
            </a:r>
          </a:p>
        </p:txBody>
      </p:sp>
      <p:sp>
        <p:nvSpPr>
          <p:cNvPr id="7" name="Rectangle 6">
            <a:extLst>
              <a:ext uri="{FF2B5EF4-FFF2-40B4-BE49-F238E27FC236}">
                <a16:creationId xmlns:a16="http://schemas.microsoft.com/office/drawing/2014/main" id="{7ED9915A-9304-56BE-EFBD-EB7580D96385}"/>
              </a:ext>
            </a:extLst>
          </p:cNvPr>
          <p:cNvSpPr/>
          <p:nvPr/>
        </p:nvSpPr>
        <p:spPr>
          <a:xfrm>
            <a:off x="12118543" y="0"/>
            <a:ext cx="73152" cy="6858000"/>
          </a:xfrm>
          <a:prstGeom prst="rect">
            <a:avLst/>
          </a:prstGeom>
          <a:solidFill>
            <a:srgbClr val="4A9E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luiss_logo_white.png">
            <a:extLst>
              <a:ext uri="{FF2B5EF4-FFF2-40B4-BE49-F238E27FC236}">
                <a16:creationId xmlns:a16="http://schemas.microsoft.com/office/drawing/2014/main" id="{1D5AF2AE-75D3-2D7F-BFED-F8514A5F890D}"/>
              </a:ext>
            </a:extLst>
          </p:cNvPr>
          <p:cNvPicPr>
            <a:picLocks noChangeAspect="1"/>
          </p:cNvPicPr>
          <p:nvPr/>
        </p:nvPicPr>
        <p:blipFill>
          <a:blip r:embed="rId2"/>
          <a:stretch>
            <a:fillRect/>
          </a:stretch>
        </p:blipFill>
        <p:spPr>
          <a:xfrm>
            <a:off x="548640" y="6464807"/>
            <a:ext cx="1109888" cy="201167"/>
          </a:xfrm>
          <a:prstGeom prst="rect">
            <a:avLst/>
          </a:prstGeom>
        </p:spPr>
      </p:pic>
      <p:sp>
        <p:nvSpPr>
          <p:cNvPr id="8" name="Slide Number Placeholder 7">
            <a:extLst>
              <a:ext uri="{FF2B5EF4-FFF2-40B4-BE49-F238E27FC236}">
                <a16:creationId xmlns:a16="http://schemas.microsoft.com/office/drawing/2014/main" id="{1E20B695-72A9-9475-E2A6-48A814203752}"/>
              </a:ext>
            </a:extLst>
          </p:cNvPr>
          <p:cNvSpPr>
            <a:spLocks noGrp="1"/>
          </p:cNvSpPr>
          <p:nvPr>
            <p:ph type="sldNum" sz="quarter" idx="12"/>
          </p:nvPr>
        </p:nvSpPr>
        <p:spPr>
          <a:xfrm>
            <a:off x="9601200" y="6356350"/>
            <a:ext cx="2133600" cy="365125"/>
          </a:xfrm>
        </p:spPr>
        <p:txBody>
          <a:bodyPr/>
          <a:lstStyle/>
          <a:p>
            <a:fld id="{C1FF6DA9-008F-8B48-92A6-B652298478BF}" type="slidenum">
              <a:rPr lang="en-US" smtClean="0"/>
              <a:pPr/>
              <a:t>11</a:t>
            </a:fld>
            <a:endParaRPr lang="en-US">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 name="TextBox 13">
            <a:extLst>
              <a:ext uri="{FF2B5EF4-FFF2-40B4-BE49-F238E27FC236}">
                <a16:creationId xmlns:a16="http://schemas.microsoft.com/office/drawing/2014/main" id="{CA5F01FC-FF1E-3881-C30D-B7646915C180}"/>
              </a:ext>
            </a:extLst>
          </p:cNvPr>
          <p:cNvSpPr txBox="1"/>
          <p:nvPr/>
        </p:nvSpPr>
        <p:spPr>
          <a:xfrm>
            <a:off x="731520" y="4572000"/>
            <a:ext cx="10530840" cy="548640"/>
          </a:xfrm>
          <a:prstGeom prst="rect">
            <a:avLst/>
          </a:prstGeom>
          <a:noFill/>
        </p:spPr>
        <p:txBody>
          <a:bodyPr wrap="square">
            <a:noAutofit/>
          </a:bodyPr>
          <a:lstStyle/>
          <a:p>
            <a:pPr>
              <a:lnSpc>
                <a:spcPct val="150000"/>
              </a:lnSpc>
            </a:pPr>
            <a:r>
              <a:rPr lang="en-GB" sz="1600" dirty="0" err="1">
                <a:solidFill>
                  <a:srgbClr val="94A7C8"/>
                </a:solidFill>
                <a:latin typeface="Helvetica Neue" pitchFamily="34" charset="0"/>
                <a:ea typeface="Helvetica Neue" pitchFamily="34" charset="-122"/>
                <a:cs typeface="Helvetica Neue" pitchFamily="34" charset="-120"/>
              </a:rPr>
              <a:t>LangGraph</a:t>
            </a:r>
            <a:r>
              <a:rPr lang="en-GB" sz="1600" dirty="0">
                <a:solidFill>
                  <a:srgbClr val="94A7C8"/>
                </a:solidFill>
                <a:latin typeface="Helvetica Neue" pitchFamily="34" charset="0"/>
                <a:ea typeface="Helvetica Neue" pitchFamily="34" charset="-122"/>
                <a:cs typeface="Helvetica Neue" pitchFamily="34" charset="-120"/>
              </a:rPr>
              <a:t> Architecture, Agent Performance &amp; Report Quality</a:t>
            </a:r>
          </a:p>
        </p:txBody>
      </p:sp>
    </p:spTree>
    <p:extLst>
      <p:ext uri="{BB962C8B-B14F-4D97-AF65-F5344CB8AC3E}">
        <p14:creationId xmlns:p14="http://schemas.microsoft.com/office/powerpoint/2010/main" val="10335341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0" name="think-cell data - do not delete" hidden="1">
            <a:extLst>
              <a:ext uri="{FF2B5EF4-FFF2-40B4-BE49-F238E27FC236}">
                <a16:creationId xmlns:a16="http://schemas.microsoft.com/office/drawing/2014/main" id="{30D707BA-4FEC-B13C-5BBE-7155AD7E389E}"/>
              </a:ext>
            </a:extLst>
          </p:cNvPr>
          <p:cNvGraphicFramePr>
            <a:graphicFrameLocks/>
          </p:cNvGraphicFramePr>
          <p:nvPr>
            <p:custDataLst>
              <p:tags r:id="rId1"/>
            </p:custDataLst>
            <p:extLst>
              <p:ext uri="{D42A27DB-BD31-4B8C-83A1-F6EECF244321}">
                <p14:modId xmlns:p14="http://schemas.microsoft.com/office/powerpoint/2010/main" val="3986096776"/>
              </p:ext>
            </p:extLst>
          </p:nvPr>
        </p:nvGraphicFramePr>
        <p:xfrm>
          <a:off x="2118" y="2118"/>
          <a:ext cx="1636" cy="2117"/>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120" name="think-cell data - do not delete" hidden="1">
                        <a:extLst>
                          <a:ext uri="{FF2B5EF4-FFF2-40B4-BE49-F238E27FC236}">
                            <a16:creationId xmlns:a16="http://schemas.microsoft.com/office/drawing/2014/main" id="{30D707BA-4FEC-B13C-5BBE-7155AD7E389E}"/>
                          </a:ext>
                        </a:extLst>
                      </p:cNvPr>
                      <p:cNvPicPr/>
                      <p:nvPr/>
                    </p:nvPicPr>
                    <p:blipFill>
                      <a:blip r:embed="rId5"/>
                      <a:stretch>
                        <a:fillRect/>
                      </a:stretch>
                    </p:blipFill>
                    <p:spPr>
                      <a:xfrm>
                        <a:off x="2118" y="2118"/>
                        <a:ext cx="1636" cy="2117"/>
                      </a:xfrm>
                      <a:prstGeom prst="rect">
                        <a:avLst/>
                      </a:prstGeom>
                    </p:spPr>
                  </p:pic>
                </p:oleObj>
              </mc:Fallback>
            </mc:AlternateContent>
          </a:graphicData>
        </a:graphic>
      </p:graphicFrame>
      <p:sp>
        <p:nvSpPr>
          <p:cNvPr id="10" name="Rectangle 9">
            <a:extLst>
              <a:ext uri="{FF2B5EF4-FFF2-40B4-BE49-F238E27FC236}">
                <a16:creationId xmlns:a16="http://schemas.microsoft.com/office/drawing/2014/main" id="{E8F0C907-2C2E-F621-CA61-D983EEA0F893}"/>
              </a:ext>
            </a:extLst>
          </p:cNvPr>
          <p:cNvSpPr/>
          <p:nvPr/>
        </p:nvSpPr>
        <p:spPr>
          <a:xfrm>
            <a:off x="548640" y="6355080"/>
            <a:ext cx="11094415" cy="9525"/>
          </a:xfrm>
          <a:prstGeom prst="rect">
            <a:avLst/>
          </a:prstGeom>
          <a:solidFill>
            <a:srgbClr val="E0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1" name="Slide Number Placeholder 22">
            <a:extLst>
              <a:ext uri="{FF2B5EF4-FFF2-40B4-BE49-F238E27FC236}">
                <a16:creationId xmlns:a16="http://schemas.microsoft.com/office/drawing/2014/main" id="{C159495A-171B-FADC-BEC2-514C05A0F3CA}"/>
              </a:ext>
            </a:extLst>
          </p:cNvPr>
          <p:cNvSpPr txBox="1">
            <a:spLocks noGrp="1" noRot="1" noMove="1" noResize="1" noEditPoints="1" noAdjustHandles="1" noChangeArrowheads="1" noChangeShapeType="1"/>
          </p:cNvSpPr>
          <p:nvPr/>
        </p:nvSpPr>
        <p:spPr>
          <a:xfrm>
            <a:off x="9601200" y="6356350"/>
            <a:ext cx="2133600" cy="365125"/>
          </a:xfrm>
          <a:prstGeom prst="rect">
            <a:avLst/>
          </a:prstGeom>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C1FF6DA9-008F-8B48-92A6-B652298478BF}" type="slidenum">
              <a:rPr lang="en-US" sz="1200" smtClean="0">
                <a:solidFill>
                  <a:schemeClr val="bg1">
                    <a:lumMod val="65000"/>
                  </a:schemeClr>
                </a:solidFill>
                <a:latin typeface="Helvetica Neue" panose="02000503000000020004" pitchFamily="2" charset="0"/>
                <a:ea typeface="Helvetica Neue" panose="02000503000000020004" pitchFamily="2" charset="0"/>
                <a:cs typeface="Helvetica Neue" panose="02000503000000020004" pitchFamily="2" charset="0"/>
              </a:rPr>
              <a:pPr algn="r"/>
              <a:t>12</a:t>
            </a:fld>
            <a:endParaRPr lang="en-US" sz="1200">
              <a:solidFill>
                <a:schemeClr val="bg1">
                  <a:lumMod val="65000"/>
                </a:schemeClr>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3" name="Text 3">
            <a:extLst>
              <a:ext uri="{FF2B5EF4-FFF2-40B4-BE49-F238E27FC236}">
                <a16:creationId xmlns:a16="http://schemas.microsoft.com/office/drawing/2014/main" id="{0463F4DC-0A44-1D2D-86A2-E4A38A9F7186}"/>
              </a:ext>
            </a:extLst>
          </p:cNvPr>
          <p:cNvSpPr/>
          <p:nvPr/>
        </p:nvSpPr>
        <p:spPr>
          <a:xfrm>
            <a:off x="731520" y="914400"/>
            <a:ext cx="9997440" cy="365760"/>
          </a:xfrm>
          <a:prstGeom prst="rect">
            <a:avLst/>
          </a:prstGeom>
          <a:noFill/>
          <a:ln/>
        </p:spPr>
        <p:txBody>
          <a:bodyPr wrap="square" lIns="0" tIns="0" rIns="0" bIns="0" rtlCol="0" anchor="ctr"/>
          <a:lstStyle/>
          <a:p>
            <a:r>
              <a:rPr lang="en-GB" sz="1600" i="1" dirty="0">
                <a:solidFill>
                  <a:srgbClr val="475569"/>
                </a:solidFill>
                <a:latin typeface="Helvetica Neue" panose="02000503000000020004" pitchFamily="2" charset="0"/>
                <a:ea typeface="Helvetica Neue" panose="02000503000000020004" pitchFamily="2" charset="0"/>
                <a:cs typeface="Helvetica Neue" panose="02000503000000020004" pitchFamily="2" charset="0"/>
              </a:rPr>
              <a:t>Multi-Agent Architecture — System Flow &amp; Design Choices</a:t>
            </a:r>
            <a:endParaRPr lang="en-US" sz="16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7" name="Text 2">
            <a:extLst>
              <a:ext uri="{FF2B5EF4-FFF2-40B4-BE49-F238E27FC236}">
                <a16:creationId xmlns:a16="http://schemas.microsoft.com/office/drawing/2014/main" id="{C5613184-1B57-701A-27CA-63B5DB935EE1}"/>
              </a:ext>
            </a:extLst>
          </p:cNvPr>
          <p:cNvSpPr/>
          <p:nvPr/>
        </p:nvSpPr>
        <p:spPr>
          <a:xfrm>
            <a:off x="731519" y="304800"/>
            <a:ext cx="10625145" cy="609600"/>
          </a:xfrm>
          <a:prstGeom prst="rect">
            <a:avLst/>
          </a:prstGeom>
          <a:noFill/>
          <a:ln/>
        </p:spPr>
        <p:txBody>
          <a:bodyPr wrap="square" lIns="0" tIns="0" rIns="0" bIns="0" rtlCol="0" anchor="ctr"/>
          <a:lstStyle/>
          <a:p>
            <a:r>
              <a:rPr lang="en-GB" sz="2500" b="1" dirty="0">
                <a:solidFill>
                  <a:srgbClr val="1B2A4A"/>
                </a:solidFill>
                <a:latin typeface="Georgia" panose="02040502050405020303" pitchFamily="18" charset="0"/>
                <a:ea typeface="Helvetica Neue" panose="02000503000000020004" pitchFamily="2" charset="0"/>
                <a:cs typeface="Helvetica Neue" panose="02000503000000020004" pitchFamily="2" charset="0"/>
              </a:rPr>
              <a:t>A </a:t>
            </a:r>
            <a:r>
              <a:rPr lang="en-GB" sz="2500" b="1" dirty="0" err="1">
                <a:solidFill>
                  <a:srgbClr val="1B2A4A"/>
                </a:solidFill>
                <a:latin typeface="Georgia" panose="02040502050405020303" pitchFamily="18" charset="0"/>
                <a:ea typeface="Helvetica Neue" panose="02000503000000020004" pitchFamily="2" charset="0"/>
                <a:cs typeface="Helvetica Neue" panose="02000503000000020004" pitchFamily="2" charset="0"/>
              </a:rPr>
              <a:t>LangGraph</a:t>
            </a:r>
            <a:r>
              <a:rPr lang="en-GB" sz="2500" b="1" dirty="0">
                <a:solidFill>
                  <a:srgbClr val="1B2A4A"/>
                </a:solidFill>
                <a:latin typeface="Georgia" panose="02040502050405020303" pitchFamily="18" charset="0"/>
                <a:ea typeface="Helvetica Neue" panose="02000503000000020004" pitchFamily="2" charset="0"/>
                <a:cs typeface="Helvetica Neue" panose="02000503000000020004" pitchFamily="2" charset="0"/>
              </a:rPr>
              <a:t> orchestrator coordinates 5 specialist agents, strictly separating deterministic math from LLM reasoning</a:t>
            </a:r>
            <a:endParaRPr lang="en-US" sz="2500" dirty="0">
              <a:latin typeface="Georgia" panose="02040502050405020303" pitchFamily="18" charset="0"/>
              <a:ea typeface="Helvetica Neue" panose="02000503000000020004" pitchFamily="2" charset="0"/>
              <a:cs typeface="Helvetica Neue" panose="02000503000000020004" pitchFamily="2" charset="0"/>
            </a:endParaRPr>
          </a:p>
        </p:txBody>
      </p:sp>
      <p:sp>
        <p:nvSpPr>
          <p:cNvPr id="9" name="Rectangle 8">
            <a:extLst>
              <a:ext uri="{FF2B5EF4-FFF2-40B4-BE49-F238E27FC236}">
                <a16:creationId xmlns:a16="http://schemas.microsoft.com/office/drawing/2014/main" id="{A0C7717C-8E79-A223-05C3-4DE313C52E56}"/>
              </a:ext>
            </a:extLst>
          </p:cNvPr>
          <p:cNvSpPr/>
          <p:nvPr/>
        </p:nvSpPr>
        <p:spPr>
          <a:xfrm>
            <a:off x="6096000" y="1509710"/>
            <a:ext cx="5547055" cy="4615820"/>
          </a:xfrm>
          <a:prstGeom prst="rect">
            <a:avLst/>
          </a:prstGeom>
          <a:solidFill>
            <a:schemeClr val="bg1">
              <a:lumMod val="95000"/>
              <a:alpha val="3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400"/>
          </a:p>
        </p:txBody>
      </p:sp>
      <p:sp>
        <p:nvSpPr>
          <p:cNvPr id="12" name="ZoneTexte 49">
            <a:extLst>
              <a:ext uri="{FF2B5EF4-FFF2-40B4-BE49-F238E27FC236}">
                <a16:creationId xmlns:a16="http://schemas.microsoft.com/office/drawing/2014/main" id="{A2EDCC55-1F3F-F533-D43F-8556205F74E7}"/>
              </a:ext>
            </a:extLst>
          </p:cNvPr>
          <p:cNvSpPr txBox="1"/>
          <p:nvPr/>
        </p:nvSpPr>
        <p:spPr>
          <a:xfrm>
            <a:off x="6096000" y="1532872"/>
            <a:ext cx="4803648" cy="307777"/>
          </a:xfrm>
          <a:prstGeom prst="rect">
            <a:avLst/>
          </a:prstGeom>
          <a:noFill/>
        </p:spPr>
        <p:txBody>
          <a:bodyPr wrap="square" rtlCol="0">
            <a:spAutoFit/>
          </a:bodyPr>
          <a:lstStyle/>
          <a:p>
            <a:r>
              <a:rPr lang="en-GB" sz="1400" b="1">
                <a:latin typeface="Montserrat" pitchFamily="2" charset="77"/>
              </a:rPr>
              <a:t>Key Insights</a:t>
            </a:r>
          </a:p>
        </p:txBody>
      </p:sp>
      <p:cxnSp>
        <p:nvCxnSpPr>
          <p:cNvPr id="13" name="Connecteur droit 50">
            <a:extLst>
              <a:ext uri="{FF2B5EF4-FFF2-40B4-BE49-F238E27FC236}">
                <a16:creationId xmlns:a16="http://schemas.microsoft.com/office/drawing/2014/main" id="{C47AFCA2-24D5-E210-51AA-9D1610D63058}"/>
              </a:ext>
            </a:extLst>
          </p:cNvPr>
          <p:cNvCxnSpPr>
            <a:cxnSpLocks/>
          </p:cNvCxnSpPr>
          <p:nvPr/>
        </p:nvCxnSpPr>
        <p:spPr>
          <a:xfrm>
            <a:off x="6130241" y="1858737"/>
            <a:ext cx="1394515" cy="0"/>
          </a:xfrm>
          <a:prstGeom prst="line">
            <a:avLst/>
          </a:prstGeom>
          <a:ln w="19050">
            <a:solidFill>
              <a:srgbClr val="011B5D"/>
            </a:solidFill>
          </a:ln>
          <a:effectLst>
            <a:outerShdw dist="20000" sx="1000" sy="1000"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sp>
        <p:nvSpPr>
          <p:cNvPr id="15" name="ZoneTexte 52">
            <a:extLst>
              <a:ext uri="{FF2B5EF4-FFF2-40B4-BE49-F238E27FC236}">
                <a16:creationId xmlns:a16="http://schemas.microsoft.com/office/drawing/2014/main" id="{E61A86E5-D0C1-1B6C-7EDA-9458E859E7E5}"/>
              </a:ext>
            </a:extLst>
          </p:cNvPr>
          <p:cNvSpPr txBox="1"/>
          <p:nvPr/>
        </p:nvSpPr>
        <p:spPr>
          <a:xfrm>
            <a:off x="6130241" y="2021000"/>
            <a:ext cx="5398144" cy="3539430"/>
          </a:xfrm>
          <a:prstGeom prst="rect">
            <a:avLst/>
          </a:prstGeom>
          <a:noFill/>
        </p:spPr>
        <p:txBody>
          <a:bodyPr wrap="square" rtlCol="0">
            <a:spAutoFit/>
          </a:bodyPr>
          <a:lstStyle/>
          <a:p>
            <a:pPr marL="285750" lvl="0" indent="-285750" defTabSz="914400" eaLnBrk="0" fontAlgn="base" hangingPunct="0">
              <a:spcBef>
                <a:spcPct val="0"/>
              </a:spcBef>
              <a:spcAft>
                <a:spcPct val="0"/>
              </a:spcAft>
              <a:buFont typeface="Arial" panose="020B0604020202020204" pitchFamily="34" charset="0"/>
              <a:buChar char="•"/>
            </a:pPr>
            <a:r>
              <a:rPr lang="en-GB" altLang="en-US" sz="1600" b="1" dirty="0">
                <a:latin typeface="Helvetica" panose="020B0604020202020204" pitchFamily="34" charset="0"/>
                <a:cs typeface="Helvetica" panose="020B0604020202020204" pitchFamily="34" charset="0"/>
              </a:rPr>
              <a:t>Delegated Computation: </a:t>
            </a:r>
            <a:r>
              <a:rPr lang="en-GB" altLang="en-US" sz="1600" dirty="0">
                <a:latin typeface="Helvetica" panose="020B0604020202020204" pitchFamily="34" charset="0"/>
                <a:cs typeface="Helvetica" panose="020B0604020202020204" pitchFamily="34" charset="0"/>
              </a:rPr>
              <a:t>The Data Agent and Core Agents strictly use deterministic Python for numerical tasks (filtering, statistics, ML). Zero LLM hallucination risk on raw data.</a:t>
            </a:r>
          </a:p>
          <a:p>
            <a:pPr marL="285750" lvl="0" indent="-285750" defTabSz="914400" eaLnBrk="0" fontAlgn="base" hangingPunct="0">
              <a:spcBef>
                <a:spcPct val="0"/>
              </a:spcBef>
              <a:spcAft>
                <a:spcPct val="0"/>
              </a:spcAft>
              <a:buFont typeface="Arial" panose="020B0604020202020204" pitchFamily="34" charset="0"/>
              <a:buChar char="•"/>
            </a:pPr>
            <a:endParaRPr lang="en-GB" altLang="en-US" sz="1600" dirty="0">
              <a:latin typeface="Helvetica" panose="020B0604020202020204" pitchFamily="34" charset="0"/>
              <a:cs typeface="Helvetica" panose="020B0604020202020204" pitchFamily="34" charset="0"/>
            </a:endParaRPr>
          </a:p>
          <a:p>
            <a:pPr marL="285750" lvl="0" indent="-285750" defTabSz="914400" eaLnBrk="0" fontAlgn="base" hangingPunct="0">
              <a:spcBef>
                <a:spcPct val="0"/>
              </a:spcBef>
              <a:spcAft>
                <a:spcPct val="0"/>
              </a:spcAft>
              <a:buFont typeface="Arial" panose="020B0604020202020204" pitchFamily="34" charset="0"/>
              <a:buChar char="•"/>
            </a:pPr>
            <a:r>
              <a:rPr lang="en-GB" altLang="en-US" sz="1600" b="1" dirty="0">
                <a:latin typeface="Helvetica" panose="020B0604020202020204" pitchFamily="34" charset="0"/>
                <a:cs typeface="Helvetica" panose="020B0604020202020204" pitchFamily="34" charset="0"/>
              </a:rPr>
              <a:t>Targeted LLM Usage: </a:t>
            </a:r>
            <a:r>
              <a:rPr lang="en-GB" altLang="en-US" sz="1600" dirty="0">
                <a:latin typeface="Helvetica" panose="020B0604020202020204" pitchFamily="34" charset="0"/>
                <a:cs typeface="Helvetica" panose="020B0604020202020204" pitchFamily="34" charset="0"/>
              </a:rPr>
              <a:t>Large Language Models are reserved exclusively for human-centric tasks: parsing the initial user perimeter and formatting the final natural-language output (Report Agent).</a:t>
            </a:r>
          </a:p>
          <a:p>
            <a:pPr marL="285750" lvl="0" indent="-285750" defTabSz="914400" eaLnBrk="0" fontAlgn="base" hangingPunct="0">
              <a:spcBef>
                <a:spcPct val="0"/>
              </a:spcBef>
              <a:spcAft>
                <a:spcPct val="0"/>
              </a:spcAft>
              <a:buFont typeface="Arial" panose="020B0604020202020204" pitchFamily="34" charset="0"/>
              <a:buChar char="•"/>
            </a:pPr>
            <a:endParaRPr lang="en-GB" altLang="en-US" sz="1600" dirty="0">
              <a:latin typeface="Helvetica" panose="020B0604020202020204" pitchFamily="34" charset="0"/>
              <a:cs typeface="Helvetica" panose="020B0604020202020204" pitchFamily="34" charset="0"/>
            </a:endParaRPr>
          </a:p>
          <a:p>
            <a:pPr marL="285750" lvl="0" indent="-285750" defTabSz="914400" eaLnBrk="0" fontAlgn="base" hangingPunct="0">
              <a:spcBef>
                <a:spcPct val="0"/>
              </a:spcBef>
              <a:spcAft>
                <a:spcPct val="0"/>
              </a:spcAft>
              <a:buFont typeface="Arial" panose="020B0604020202020204" pitchFamily="34" charset="0"/>
              <a:buChar char="•"/>
            </a:pPr>
            <a:r>
              <a:rPr lang="en-GB" altLang="en-US" sz="1600" b="1" dirty="0">
                <a:latin typeface="Helvetica" panose="020B0604020202020204" pitchFamily="34" charset="0"/>
                <a:cs typeface="Helvetica" panose="020B0604020202020204" pitchFamily="34" charset="0"/>
              </a:rPr>
              <a:t>Auditable State: </a:t>
            </a:r>
            <a:r>
              <a:rPr lang="en-GB" altLang="en-US" sz="1600" dirty="0">
                <a:latin typeface="Helvetica" panose="020B0604020202020204" pitchFamily="34" charset="0"/>
                <a:cs typeface="Helvetica" panose="020B0604020202020204" pitchFamily="34" charset="0"/>
              </a:rPr>
              <a:t>The </a:t>
            </a:r>
            <a:r>
              <a:rPr lang="en-GB" altLang="en-US" sz="1600" dirty="0" err="1">
                <a:latin typeface="Helvetica" panose="020B0604020202020204" pitchFamily="34" charset="0"/>
                <a:cs typeface="Helvetica" panose="020B0604020202020204" pitchFamily="34" charset="0"/>
              </a:rPr>
              <a:t>LangGraph</a:t>
            </a:r>
            <a:r>
              <a:rPr lang="en-GB" altLang="en-US" sz="1600" dirty="0">
                <a:latin typeface="Helvetica" panose="020B0604020202020204" pitchFamily="34" charset="0"/>
                <a:cs typeface="Helvetica" panose="020B0604020202020204" pitchFamily="34" charset="0"/>
              </a:rPr>
              <a:t> orchestrator securely passes minimal, structured summaries between nodes, completely avoiding the "context stuffing" trap of sending full CSV files to an AI.</a:t>
            </a:r>
          </a:p>
        </p:txBody>
      </p:sp>
      <p:pic>
        <p:nvPicPr>
          <p:cNvPr id="17" name="Picture 16">
            <a:extLst>
              <a:ext uri="{FF2B5EF4-FFF2-40B4-BE49-F238E27FC236}">
                <a16:creationId xmlns:a16="http://schemas.microsoft.com/office/drawing/2014/main" id="{8A111A19-B7F0-F03E-137B-15D11302C08B}"/>
              </a:ext>
            </a:extLst>
          </p:cNvPr>
          <p:cNvPicPr>
            <a:picLocks noChangeAspect="1"/>
          </p:cNvPicPr>
          <p:nvPr/>
        </p:nvPicPr>
        <p:blipFill>
          <a:blip r:embed="rId6"/>
          <a:srcRect l="13414" r="19469"/>
          <a:stretch>
            <a:fillRect/>
          </a:stretch>
        </p:blipFill>
        <p:spPr>
          <a:xfrm>
            <a:off x="548640" y="1281192"/>
            <a:ext cx="4803953" cy="4771681"/>
          </a:xfrm>
          <a:prstGeom prst="rect">
            <a:avLst/>
          </a:prstGeom>
        </p:spPr>
      </p:pic>
      <p:sp>
        <p:nvSpPr>
          <p:cNvPr id="18" name="Oval 17">
            <a:extLst>
              <a:ext uri="{FF2B5EF4-FFF2-40B4-BE49-F238E27FC236}">
                <a16:creationId xmlns:a16="http://schemas.microsoft.com/office/drawing/2014/main" id="{DC72D047-5B3E-7E56-9C0A-6B7EB2A86A47}"/>
              </a:ext>
            </a:extLst>
          </p:cNvPr>
          <p:cNvSpPr/>
          <p:nvPr/>
        </p:nvSpPr>
        <p:spPr>
          <a:xfrm>
            <a:off x="579119" y="3055619"/>
            <a:ext cx="243840" cy="280987"/>
          </a:xfrm>
          <a:prstGeom prst="ellipse">
            <a:avLst/>
          </a:prstGeom>
          <a:solidFill>
            <a:srgbClr val="92D050"/>
          </a:solidFill>
          <a:ln>
            <a:solidFill>
              <a:srgbClr val="92D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BE" dirty="0"/>
              <a:t>1</a:t>
            </a:r>
            <a:endParaRPr lang="en-GB" dirty="0"/>
          </a:p>
        </p:txBody>
      </p:sp>
      <p:sp>
        <p:nvSpPr>
          <p:cNvPr id="19" name="Oval 18">
            <a:extLst>
              <a:ext uri="{FF2B5EF4-FFF2-40B4-BE49-F238E27FC236}">
                <a16:creationId xmlns:a16="http://schemas.microsoft.com/office/drawing/2014/main" id="{E59EFABE-83D0-580E-EF41-4C9AFF5770E0}"/>
              </a:ext>
            </a:extLst>
          </p:cNvPr>
          <p:cNvSpPr/>
          <p:nvPr/>
        </p:nvSpPr>
        <p:spPr>
          <a:xfrm>
            <a:off x="2240280" y="3055620"/>
            <a:ext cx="243840" cy="280987"/>
          </a:xfrm>
          <a:prstGeom prst="ellipse">
            <a:avLst/>
          </a:prstGeom>
          <a:solidFill>
            <a:srgbClr val="92D050"/>
          </a:solidFill>
          <a:ln>
            <a:solidFill>
              <a:srgbClr val="92D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BE" dirty="0"/>
              <a:t>2</a:t>
            </a:r>
            <a:endParaRPr lang="en-GB" dirty="0"/>
          </a:p>
        </p:txBody>
      </p:sp>
      <p:sp>
        <p:nvSpPr>
          <p:cNvPr id="20" name="Oval 19">
            <a:extLst>
              <a:ext uri="{FF2B5EF4-FFF2-40B4-BE49-F238E27FC236}">
                <a16:creationId xmlns:a16="http://schemas.microsoft.com/office/drawing/2014/main" id="{A24FF9A2-257C-CE0D-A9A6-6E3077B0FFB2}"/>
              </a:ext>
            </a:extLst>
          </p:cNvPr>
          <p:cNvSpPr/>
          <p:nvPr/>
        </p:nvSpPr>
        <p:spPr>
          <a:xfrm>
            <a:off x="3765956" y="3055620"/>
            <a:ext cx="243840" cy="280987"/>
          </a:xfrm>
          <a:prstGeom prst="ellipse">
            <a:avLst/>
          </a:prstGeom>
          <a:solidFill>
            <a:srgbClr val="92D050"/>
          </a:solidFill>
          <a:ln>
            <a:solidFill>
              <a:srgbClr val="92D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BE" dirty="0"/>
              <a:t>3</a:t>
            </a:r>
            <a:endParaRPr lang="en-GB" dirty="0"/>
          </a:p>
        </p:txBody>
      </p:sp>
      <p:sp>
        <p:nvSpPr>
          <p:cNvPr id="22" name="TextBox 21">
            <a:extLst>
              <a:ext uri="{FF2B5EF4-FFF2-40B4-BE49-F238E27FC236}">
                <a16:creationId xmlns:a16="http://schemas.microsoft.com/office/drawing/2014/main" id="{07E09C4C-24A1-8CD9-EC1B-F7D9D0E5F1B2}"/>
              </a:ext>
            </a:extLst>
          </p:cNvPr>
          <p:cNvSpPr txBox="1"/>
          <p:nvPr/>
        </p:nvSpPr>
        <p:spPr>
          <a:xfrm>
            <a:off x="68581" y="1958338"/>
            <a:ext cx="1661160" cy="400110"/>
          </a:xfrm>
          <a:prstGeom prst="rect">
            <a:avLst/>
          </a:prstGeom>
          <a:noFill/>
        </p:spPr>
        <p:txBody>
          <a:bodyPr wrap="square">
            <a:spAutoFit/>
          </a:bodyPr>
          <a:lstStyle/>
          <a:p>
            <a:pPr algn="ctr"/>
            <a:r>
              <a:rPr lang="en-GB" sz="1000" b="1" dirty="0" err="1">
                <a:solidFill>
                  <a:srgbClr val="00B050"/>
                </a:solidFill>
                <a:latin typeface="Helvetica" panose="020B0604020202020204" pitchFamily="34" charset="0"/>
                <a:cs typeface="Helvetica" panose="020B0604020202020204" pitchFamily="34" charset="0"/>
              </a:rPr>
              <a:t>LangGraph</a:t>
            </a:r>
            <a:r>
              <a:rPr lang="en-GB" sz="1000" b="1" dirty="0">
                <a:solidFill>
                  <a:srgbClr val="00B050"/>
                </a:solidFill>
                <a:latin typeface="Helvetica" panose="020B0604020202020204" pitchFamily="34" charset="0"/>
                <a:cs typeface="Helvetica" panose="020B0604020202020204" pitchFamily="34" charset="0"/>
              </a:rPr>
              <a:t> Orchestrator (Shared State)</a:t>
            </a:r>
          </a:p>
        </p:txBody>
      </p:sp>
      <p:cxnSp>
        <p:nvCxnSpPr>
          <p:cNvPr id="45" name="Straight Connector 44">
            <a:extLst>
              <a:ext uri="{FF2B5EF4-FFF2-40B4-BE49-F238E27FC236}">
                <a16:creationId xmlns:a16="http://schemas.microsoft.com/office/drawing/2014/main" id="{E32DAD05-501D-52F4-4BCF-0B499C1BA915}"/>
              </a:ext>
            </a:extLst>
          </p:cNvPr>
          <p:cNvCxnSpPr/>
          <p:nvPr/>
        </p:nvCxnSpPr>
        <p:spPr>
          <a:xfrm>
            <a:off x="4084320" y="2415540"/>
            <a:ext cx="1386840" cy="0"/>
          </a:xfrm>
          <a:prstGeom prst="line">
            <a:avLst/>
          </a:prstGeom>
          <a:ln w="19050" cap="flat" cmpd="sng" algn="ctr">
            <a:solidFill>
              <a:srgbClr val="00B05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6" name="Straight Connector 45">
            <a:extLst>
              <a:ext uri="{FF2B5EF4-FFF2-40B4-BE49-F238E27FC236}">
                <a16:creationId xmlns:a16="http://schemas.microsoft.com/office/drawing/2014/main" id="{3307398E-B904-9C5C-6A93-1333A8B465D5}"/>
              </a:ext>
            </a:extLst>
          </p:cNvPr>
          <p:cNvCxnSpPr>
            <a:cxnSpLocks/>
          </p:cNvCxnSpPr>
          <p:nvPr/>
        </p:nvCxnSpPr>
        <p:spPr>
          <a:xfrm>
            <a:off x="350520" y="2377440"/>
            <a:ext cx="1325880" cy="0"/>
          </a:xfrm>
          <a:prstGeom prst="line">
            <a:avLst/>
          </a:prstGeom>
          <a:ln w="19050" cap="flat" cmpd="sng" algn="ctr">
            <a:solidFill>
              <a:srgbClr val="00B05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8" name="Straight Connector 47">
            <a:extLst>
              <a:ext uri="{FF2B5EF4-FFF2-40B4-BE49-F238E27FC236}">
                <a16:creationId xmlns:a16="http://schemas.microsoft.com/office/drawing/2014/main" id="{72978F88-10BE-CCC7-D0FD-945E9787FB5F}"/>
              </a:ext>
            </a:extLst>
          </p:cNvPr>
          <p:cNvCxnSpPr>
            <a:cxnSpLocks/>
          </p:cNvCxnSpPr>
          <p:nvPr/>
        </p:nvCxnSpPr>
        <p:spPr>
          <a:xfrm flipV="1">
            <a:off x="5471160" y="2415540"/>
            <a:ext cx="0" cy="2286000"/>
          </a:xfrm>
          <a:prstGeom prst="line">
            <a:avLst/>
          </a:prstGeom>
          <a:ln w="19050" cap="flat" cmpd="sng" algn="ctr">
            <a:solidFill>
              <a:srgbClr val="00B05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1" name="Straight Connector 50">
            <a:extLst>
              <a:ext uri="{FF2B5EF4-FFF2-40B4-BE49-F238E27FC236}">
                <a16:creationId xmlns:a16="http://schemas.microsoft.com/office/drawing/2014/main" id="{AA2CE8F4-875E-1059-DB2E-182A2CB1F6AA}"/>
              </a:ext>
            </a:extLst>
          </p:cNvPr>
          <p:cNvCxnSpPr>
            <a:cxnSpLocks/>
          </p:cNvCxnSpPr>
          <p:nvPr/>
        </p:nvCxnSpPr>
        <p:spPr>
          <a:xfrm flipV="1">
            <a:off x="350520" y="2415539"/>
            <a:ext cx="0" cy="2286001"/>
          </a:xfrm>
          <a:prstGeom prst="line">
            <a:avLst/>
          </a:prstGeom>
          <a:ln w="19050" cap="flat" cmpd="sng" algn="ctr">
            <a:solidFill>
              <a:srgbClr val="00B05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6" name="Straight Connector 55">
            <a:extLst>
              <a:ext uri="{FF2B5EF4-FFF2-40B4-BE49-F238E27FC236}">
                <a16:creationId xmlns:a16="http://schemas.microsoft.com/office/drawing/2014/main" id="{BCEED49F-0581-63D5-BC8D-8D1239093834}"/>
              </a:ext>
            </a:extLst>
          </p:cNvPr>
          <p:cNvCxnSpPr>
            <a:cxnSpLocks/>
          </p:cNvCxnSpPr>
          <p:nvPr/>
        </p:nvCxnSpPr>
        <p:spPr>
          <a:xfrm>
            <a:off x="403859" y="4701540"/>
            <a:ext cx="838200" cy="0"/>
          </a:xfrm>
          <a:prstGeom prst="line">
            <a:avLst/>
          </a:prstGeom>
          <a:ln w="19050" cap="flat" cmpd="sng" algn="ctr">
            <a:solidFill>
              <a:srgbClr val="00B05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8" name="Straight Connector 57">
            <a:extLst>
              <a:ext uri="{FF2B5EF4-FFF2-40B4-BE49-F238E27FC236}">
                <a16:creationId xmlns:a16="http://schemas.microsoft.com/office/drawing/2014/main" id="{34C96514-BD48-EB3A-CE11-ABBDBF236279}"/>
              </a:ext>
            </a:extLst>
          </p:cNvPr>
          <p:cNvCxnSpPr>
            <a:cxnSpLocks/>
          </p:cNvCxnSpPr>
          <p:nvPr/>
        </p:nvCxnSpPr>
        <p:spPr>
          <a:xfrm>
            <a:off x="4732019" y="4701540"/>
            <a:ext cx="739141" cy="0"/>
          </a:xfrm>
          <a:prstGeom prst="line">
            <a:avLst/>
          </a:prstGeom>
          <a:ln w="19050" cap="flat" cmpd="sng" algn="ctr">
            <a:solidFill>
              <a:srgbClr val="00B05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74922435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13792-E566-8F9B-0766-881154E3FD25}"/>
            </a:ext>
          </a:extLst>
        </p:cNvPr>
        <p:cNvGrpSpPr/>
        <p:nvPr/>
      </p:nvGrpSpPr>
      <p:grpSpPr>
        <a:xfrm>
          <a:off x="0" y="0"/>
          <a:ext cx="0" cy="0"/>
          <a:chOff x="0" y="0"/>
          <a:chExt cx="0" cy="0"/>
        </a:xfrm>
      </p:grpSpPr>
      <p:graphicFrame>
        <p:nvGraphicFramePr>
          <p:cNvPr id="120" name="think-cell data - do not delete" hidden="1">
            <a:extLst>
              <a:ext uri="{FF2B5EF4-FFF2-40B4-BE49-F238E27FC236}">
                <a16:creationId xmlns:a16="http://schemas.microsoft.com/office/drawing/2014/main" id="{FC92CF86-E1A6-2F1C-2349-F17B9AC2A99D}"/>
              </a:ext>
            </a:extLst>
          </p:cNvPr>
          <p:cNvGraphicFramePr>
            <a:graphicFrameLocks/>
          </p:cNvGraphicFramePr>
          <p:nvPr>
            <p:custDataLst>
              <p:tags r:id="rId1"/>
            </p:custDataLst>
            <p:extLst>
              <p:ext uri="{D42A27DB-BD31-4B8C-83A1-F6EECF244321}">
                <p14:modId xmlns:p14="http://schemas.microsoft.com/office/powerpoint/2010/main" val="2722566565"/>
              </p:ext>
            </p:extLst>
          </p:nvPr>
        </p:nvGraphicFramePr>
        <p:xfrm>
          <a:off x="2118" y="2118"/>
          <a:ext cx="1636" cy="2117"/>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20" name="think-cell data - do not delete" hidden="1">
                        <a:extLst>
                          <a:ext uri="{FF2B5EF4-FFF2-40B4-BE49-F238E27FC236}">
                            <a16:creationId xmlns:a16="http://schemas.microsoft.com/office/drawing/2014/main" id="{FC92CF86-E1A6-2F1C-2349-F17B9AC2A99D}"/>
                          </a:ext>
                        </a:extLst>
                      </p:cNvPr>
                      <p:cNvPicPr/>
                      <p:nvPr/>
                    </p:nvPicPr>
                    <p:blipFill>
                      <a:blip r:embed="rId4"/>
                      <a:stretch>
                        <a:fillRect/>
                      </a:stretch>
                    </p:blipFill>
                    <p:spPr>
                      <a:xfrm>
                        <a:off x="2118" y="2118"/>
                        <a:ext cx="1636" cy="2117"/>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7D03FAF8-AF8C-A46A-6D7F-666D8DA0165B}"/>
              </a:ext>
            </a:extLst>
          </p:cNvPr>
          <p:cNvSpPr/>
          <p:nvPr/>
        </p:nvSpPr>
        <p:spPr>
          <a:xfrm>
            <a:off x="548640" y="6355080"/>
            <a:ext cx="11094415" cy="9525"/>
          </a:xfrm>
          <a:prstGeom prst="rect">
            <a:avLst/>
          </a:prstGeom>
          <a:solidFill>
            <a:srgbClr val="E0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6" name="Slide Number Placeholder 22">
            <a:extLst>
              <a:ext uri="{FF2B5EF4-FFF2-40B4-BE49-F238E27FC236}">
                <a16:creationId xmlns:a16="http://schemas.microsoft.com/office/drawing/2014/main" id="{E3E9F0E4-4169-61CC-A7D3-56B32CAE8B98}"/>
              </a:ext>
            </a:extLst>
          </p:cNvPr>
          <p:cNvSpPr txBox="1">
            <a:spLocks/>
          </p:cNvSpPr>
          <p:nvPr/>
        </p:nvSpPr>
        <p:spPr>
          <a:xfrm>
            <a:off x="9601200" y="6356350"/>
            <a:ext cx="2133600" cy="365125"/>
          </a:xfrm>
          <a:prstGeom prst="rect">
            <a:avLst/>
          </a:prstGeom>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C1FF6DA9-008F-8B48-92A6-B652298478BF}" type="slidenum">
              <a:rPr lang="en-US" sz="1200" smtClean="0">
                <a:solidFill>
                  <a:schemeClr val="bg1">
                    <a:lumMod val="65000"/>
                  </a:schemeClr>
                </a:solidFill>
                <a:latin typeface="Helvetica Neue" panose="02000503000000020004" pitchFamily="2" charset="0"/>
                <a:ea typeface="Helvetica Neue" panose="02000503000000020004" pitchFamily="2" charset="0"/>
                <a:cs typeface="Helvetica Neue" panose="02000503000000020004" pitchFamily="2" charset="0"/>
              </a:rPr>
              <a:pPr algn="r"/>
              <a:t>13</a:t>
            </a:fld>
            <a:endParaRPr lang="en-US" sz="1200">
              <a:solidFill>
                <a:schemeClr val="bg1">
                  <a:lumMod val="65000"/>
                </a:schemeClr>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 name="Text 2">
            <a:extLst>
              <a:ext uri="{FF2B5EF4-FFF2-40B4-BE49-F238E27FC236}">
                <a16:creationId xmlns:a16="http://schemas.microsoft.com/office/drawing/2014/main" id="{3154CA9E-CA14-2322-6CA2-C98290D3073F}"/>
              </a:ext>
            </a:extLst>
          </p:cNvPr>
          <p:cNvSpPr/>
          <p:nvPr/>
        </p:nvSpPr>
        <p:spPr>
          <a:xfrm>
            <a:off x="731520" y="304800"/>
            <a:ext cx="9997440" cy="609600"/>
          </a:xfrm>
          <a:prstGeom prst="rect">
            <a:avLst/>
          </a:prstGeom>
          <a:noFill/>
          <a:ln/>
        </p:spPr>
        <p:txBody>
          <a:bodyPr wrap="square" lIns="0" tIns="0" rIns="0" bIns="0" rtlCol="0" anchor="ctr"/>
          <a:lstStyle/>
          <a:p>
            <a:r>
              <a:rPr lang="en-GB" sz="2500" b="1" dirty="0">
                <a:solidFill>
                  <a:srgbClr val="1B2A4A"/>
                </a:solidFill>
                <a:latin typeface="Georgia" panose="02040502050405020303" pitchFamily="18" charset="0"/>
                <a:ea typeface="Helvetica Neue" panose="02000503000000020004" pitchFamily="2" charset="0"/>
                <a:cs typeface="Helvetica Neue" panose="02000503000000020004" pitchFamily="2" charset="0"/>
              </a:rPr>
              <a:t>A single natural-language query delivers an operator-ready report in a moment</a:t>
            </a:r>
            <a:endParaRPr lang="en-US" sz="2500" dirty="0">
              <a:latin typeface="Georgia" panose="02040502050405020303" pitchFamily="18" charset="0"/>
              <a:ea typeface="Helvetica Neue" panose="02000503000000020004" pitchFamily="2" charset="0"/>
              <a:cs typeface="Helvetica Neue" panose="02000503000000020004" pitchFamily="2" charset="0"/>
            </a:endParaRPr>
          </a:p>
        </p:txBody>
      </p:sp>
      <p:sp>
        <p:nvSpPr>
          <p:cNvPr id="16" name="Text 3">
            <a:extLst>
              <a:ext uri="{FF2B5EF4-FFF2-40B4-BE49-F238E27FC236}">
                <a16:creationId xmlns:a16="http://schemas.microsoft.com/office/drawing/2014/main" id="{B359826A-8365-06E0-921C-13609267DB88}"/>
              </a:ext>
            </a:extLst>
          </p:cNvPr>
          <p:cNvSpPr/>
          <p:nvPr/>
        </p:nvSpPr>
        <p:spPr>
          <a:xfrm>
            <a:off x="731520" y="914400"/>
            <a:ext cx="9997440" cy="365760"/>
          </a:xfrm>
          <a:prstGeom prst="rect">
            <a:avLst/>
          </a:prstGeom>
          <a:noFill/>
          <a:ln/>
        </p:spPr>
        <p:txBody>
          <a:bodyPr wrap="square" lIns="0" tIns="0" rIns="0" bIns="0" rtlCol="0" anchor="ctr"/>
          <a:lstStyle/>
          <a:p>
            <a:r>
              <a:rPr lang="en-GB" sz="1600" i="1" dirty="0">
                <a:solidFill>
                  <a:srgbClr val="475569"/>
                </a:solidFill>
                <a:latin typeface="Helvetica Neue" panose="02000503000000020004" pitchFamily="2" charset="0"/>
                <a:ea typeface="Helvetica Neue" panose="02000503000000020004" pitchFamily="2" charset="0"/>
                <a:cs typeface="Helvetica Neue" panose="02000503000000020004" pitchFamily="2" charset="0"/>
              </a:rPr>
              <a:t>Multi-Agent Delivery — From Raw Query to Actionable Intelligence</a:t>
            </a:r>
            <a:endParaRPr lang="en-US" sz="16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 name="Rectangle 2">
            <a:extLst>
              <a:ext uri="{FF2B5EF4-FFF2-40B4-BE49-F238E27FC236}">
                <a16:creationId xmlns:a16="http://schemas.microsoft.com/office/drawing/2014/main" id="{FDDA6ACF-3A96-DE68-6C43-BAB21AEF1711}"/>
              </a:ext>
            </a:extLst>
          </p:cNvPr>
          <p:cNvSpPr/>
          <p:nvPr/>
        </p:nvSpPr>
        <p:spPr>
          <a:xfrm>
            <a:off x="6442164" y="2161591"/>
            <a:ext cx="5200891" cy="3312057"/>
          </a:xfrm>
          <a:prstGeom prst="rect">
            <a:avLst/>
          </a:prstGeom>
          <a:solidFill>
            <a:schemeClr val="bg1">
              <a:lumMod val="95000"/>
              <a:alpha val="3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400"/>
          </a:p>
        </p:txBody>
      </p:sp>
      <p:sp>
        <p:nvSpPr>
          <p:cNvPr id="9" name="ZoneTexte 49">
            <a:extLst>
              <a:ext uri="{FF2B5EF4-FFF2-40B4-BE49-F238E27FC236}">
                <a16:creationId xmlns:a16="http://schemas.microsoft.com/office/drawing/2014/main" id="{42044578-F12A-DFFC-5005-C321913AE220}"/>
              </a:ext>
            </a:extLst>
          </p:cNvPr>
          <p:cNvSpPr txBox="1"/>
          <p:nvPr/>
        </p:nvSpPr>
        <p:spPr>
          <a:xfrm>
            <a:off x="6442164" y="2184753"/>
            <a:ext cx="4803648" cy="307777"/>
          </a:xfrm>
          <a:prstGeom prst="rect">
            <a:avLst/>
          </a:prstGeom>
          <a:noFill/>
        </p:spPr>
        <p:txBody>
          <a:bodyPr wrap="square" rtlCol="0">
            <a:spAutoFit/>
          </a:bodyPr>
          <a:lstStyle/>
          <a:p>
            <a:r>
              <a:rPr lang="en-GB" sz="1400" b="1">
                <a:latin typeface="Montserrat" pitchFamily="2" charset="77"/>
              </a:rPr>
              <a:t>Key Insights</a:t>
            </a:r>
          </a:p>
        </p:txBody>
      </p:sp>
      <p:cxnSp>
        <p:nvCxnSpPr>
          <p:cNvPr id="10" name="Connecteur droit 50">
            <a:extLst>
              <a:ext uri="{FF2B5EF4-FFF2-40B4-BE49-F238E27FC236}">
                <a16:creationId xmlns:a16="http://schemas.microsoft.com/office/drawing/2014/main" id="{FB7D1937-AA71-7169-31EA-0BED61CC8174}"/>
              </a:ext>
            </a:extLst>
          </p:cNvPr>
          <p:cNvCxnSpPr>
            <a:cxnSpLocks/>
          </p:cNvCxnSpPr>
          <p:nvPr/>
        </p:nvCxnSpPr>
        <p:spPr>
          <a:xfrm>
            <a:off x="6476405" y="2510618"/>
            <a:ext cx="1394515" cy="0"/>
          </a:xfrm>
          <a:prstGeom prst="line">
            <a:avLst/>
          </a:prstGeom>
          <a:ln w="19050">
            <a:solidFill>
              <a:srgbClr val="011B5D"/>
            </a:solidFill>
          </a:ln>
          <a:effectLst>
            <a:outerShdw dist="20000" sx="1000" sy="1000"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sp>
        <p:nvSpPr>
          <p:cNvPr id="11" name="ZoneTexte 52">
            <a:extLst>
              <a:ext uri="{FF2B5EF4-FFF2-40B4-BE49-F238E27FC236}">
                <a16:creationId xmlns:a16="http://schemas.microsoft.com/office/drawing/2014/main" id="{85D95E65-EB1D-0EC8-3DC4-9A8FBCC9EC26}"/>
              </a:ext>
            </a:extLst>
          </p:cNvPr>
          <p:cNvSpPr txBox="1"/>
          <p:nvPr/>
        </p:nvSpPr>
        <p:spPr>
          <a:xfrm>
            <a:off x="6476405" y="2672881"/>
            <a:ext cx="5050903" cy="2800767"/>
          </a:xfrm>
          <a:prstGeom prst="rect">
            <a:avLst/>
          </a:prstGeom>
          <a:noFill/>
        </p:spPr>
        <p:txBody>
          <a:bodyPr wrap="square" rtlCol="0">
            <a:spAutoFit/>
          </a:bodyPr>
          <a:lstStyle/>
          <a:p>
            <a:pPr marL="285750" lvl="0" indent="-285750" defTabSz="914400" eaLnBrk="0" fontAlgn="base" hangingPunct="0">
              <a:spcBef>
                <a:spcPct val="0"/>
              </a:spcBef>
              <a:spcAft>
                <a:spcPct val="0"/>
              </a:spcAft>
              <a:buFont typeface="Arial" panose="020B0604020202020204" pitchFamily="34" charset="0"/>
              <a:buChar char="•"/>
            </a:pPr>
            <a:r>
              <a:rPr lang="en-GB" altLang="en-US" sz="1600" b="1" dirty="0">
                <a:latin typeface="Helvetica" panose="020B0604020202020204" pitchFamily="34" charset="0"/>
                <a:cs typeface="Helvetica" panose="020B0604020202020204" pitchFamily="34" charset="0"/>
              </a:rPr>
              <a:t>Free-text input: </a:t>
            </a:r>
            <a:r>
              <a:rPr lang="en-GB" altLang="en-US" sz="1600" dirty="0">
                <a:latin typeface="Helvetica" panose="020B0604020202020204" pitchFamily="34" charset="0"/>
                <a:cs typeface="Helvetica" panose="020B0604020202020204" pitchFamily="34" charset="0"/>
              </a:rPr>
              <a:t>"flights from TIA" parsed in Italian and English via deterministic fallback + LLM safety net.</a:t>
            </a:r>
          </a:p>
          <a:p>
            <a:pPr marL="285750" lvl="0" indent="-285750" defTabSz="914400" eaLnBrk="0" fontAlgn="base" hangingPunct="0">
              <a:spcBef>
                <a:spcPct val="0"/>
              </a:spcBef>
              <a:spcAft>
                <a:spcPct val="0"/>
              </a:spcAft>
              <a:buFont typeface="Arial" panose="020B0604020202020204" pitchFamily="34" charset="0"/>
              <a:buChar char="•"/>
            </a:pPr>
            <a:endParaRPr lang="en-GB" altLang="en-US" sz="1600" dirty="0">
              <a:latin typeface="Helvetica" panose="020B0604020202020204" pitchFamily="34" charset="0"/>
              <a:cs typeface="Helvetica" panose="020B0604020202020204" pitchFamily="34" charset="0"/>
            </a:endParaRPr>
          </a:p>
          <a:p>
            <a:pPr marL="285750" lvl="0" indent="-285750" defTabSz="914400" eaLnBrk="0" fontAlgn="base" hangingPunct="0">
              <a:spcBef>
                <a:spcPct val="0"/>
              </a:spcBef>
              <a:spcAft>
                <a:spcPct val="0"/>
              </a:spcAft>
              <a:buFont typeface="Arial" panose="020B0604020202020204" pitchFamily="34" charset="0"/>
              <a:buChar char="•"/>
            </a:pPr>
            <a:r>
              <a:rPr lang="en-GB" altLang="en-US" sz="1600" b="1" dirty="0">
                <a:latin typeface="Helvetica" panose="020B0604020202020204" pitchFamily="34" charset="0"/>
                <a:cs typeface="Helvetica" panose="020B0604020202020204" pitchFamily="34" charset="0"/>
              </a:rPr>
              <a:t>Graceful on all inputs: </a:t>
            </a:r>
            <a:r>
              <a:rPr lang="en-GB" altLang="en-US" sz="1600" dirty="0">
                <a:latin typeface="Helvetica" panose="020B0604020202020204" pitchFamily="34" charset="0"/>
                <a:cs typeface="Helvetica" panose="020B0604020202020204" pitchFamily="34" charset="0"/>
              </a:rPr>
              <a:t>5 perimeter types tested, yielding 100% graceful outputs (including on invalid queries).</a:t>
            </a:r>
          </a:p>
          <a:p>
            <a:pPr lvl="0" defTabSz="914400" eaLnBrk="0" fontAlgn="base" hangingPunct="0">
              <a:spcBef>
                <a:spcPct val="0"/>
              </a:spcBef>
              <a:spcAft>
                <a:spcPct val="0"/>
              </a:spcAft>
            </a:pPr>
            <a:endParaRPr lang="en-GB" altLang="en-US" sz="1600" dirty="0">
              <a:latin typeface="Helvetica" panose="020B0604020202020204" pitchFamily="34" charset="0"/>
              <a:cs typeface="Helvetica" panose="020B0604020202020204" pitchFamily="34" charset="0"/>
            </a:endParaRPr>
          </a:p>
          <a:p>
            <a:pPr marL="285750" lvl="0" indent="-285750" defTabSz="914400" eaLnBrk="0" fontAlgn="base" hangingPunct="0">
              <a:spcBef>
                <a:spcPct val="0"/>
              </a:spcBef>
              <a:spcAft>
                <a:spcPct val="0"/>
              </a:spcAft>
              <a:buFont typeface="Arial" panose="020B0604020202020204" pitchFamily="34" charset="0"/>
              <a:buChar char="•"/>
            </a:pPr>
            <a:r>
              <a:rPr lang="en-GB" altLang="en-US" sz="1600" b="1" dirty="0">
                <a:latin typeface="Helvetica" panose="020B0604020202020204" pitchFamily="34" charset="0"/>
                <a:cs typeface="Helvetica" panose="020B0604020202020204" pitchFamily="34" charset="0"/>
              </a:rPr>
              <a:t>Jaccard 100%: </a:t>
            </a:r>
            <a:r>
              <a:rPr lang="en-GB" altLang="en-US" sz="1600" dirty="0">
                <a:latin typeface="Helvetica" panose="020B0604020202020204" pitchFamily="34" charset="0"/>
                <a:cs typeface="Helvetica" panose="020B0604020202020204" pitchFamily="34" charset="0"/>
              </a:rPr>
              <a:t>Identical anomaly sets compared to the classical pipeline, confirming strict mathematical equivalence.</a:t>
            </a:r>
          </a:p>
        </p:txBody>
      </p:sp>
      <p:pic>
        <p:nvPicPr>
          <p:cNvPr id="13" name="Picture 12">
            <a:extLst>
              <a:ext uri="{FF2B5EF4-FFF2-40B4-BE49-F238E27FC236}">
                <a16:creationId xmlns:a16="http://schemas.microsoft.com/office/drawing/2014/main" id="{84035478-EB05-B96E-B15E-884A81AB45DD}"/>
              </a:ext>
            </a:extLst>
          </p:cNvPr>
          <p:cNvPicPr>
            <a:picLocks noChangeAspect="1"/>
          </p:cNvPicPr>
          <p:nvPr/>
        </p:nvPicPr>
        <p:blipFill>
          <a:blip r:embed="rId5"/>
          <a:srcRect l="12898" t="8306" r="12770" b="13472"/>
          <a:stretch>
            <a:fillRect/>
          </a:stretch>
        </p:blipFill>
        <p:spPr>
          <a:xfrm>
            <a:off x="51884" y="1280161"/>
            <a:ext cx="6395380" cy="4486750"/>
          </a:xfrm>
          <a:prstGeom prst="rect">
            <a:avLst/>
          </a:prstGeom>
        </p:spPr>
      </p:pic>
      <p:sp>
        <p:nvSpPr>
          <p:cNvPr id="18" name="TextBox 17">
            <a:extLst>
              <a:ext uri="{FF2B5EF4-FFF2-40B4-BE49-F238E27FC236}">
                <a16:creationId xmlns:a16="http://schemas.microsoft.com/office/drawing/2014/main" id="{C1EF0F3F-61EF-FAD9-44CE-564489B0132F}"/>
              </a:ext>
            </a:extLst>
          </p:cNvPr>
          <p:cNvSpPr txBox="1"/>
          <p:nvPr/>
        </p:nvSpPr>
        <p:spPr>
          <a:xfrm>
            <a:off x="204625" y="5718274"/>
            <a:ext cx="5772874" cy="646331"/>
          </a:xfrm>
          <a:prstGeom prst="rect">
            <a:avLst/>
          </a:prstGeom>
          <a:noFill/>
        </p:spPr>
        <p:txBody>
          <a:bodyPr wrap="square">
            <a:spAutoFit/>
          </a:bodyPr>
          <a:lstStyle>
            <a:defPPr>
              <a:defRPr lang="en-US"/>
            </a:defPPr>
            <a:lvl1pPr algn="just">
              <a:defRPr sz="1200" b="1">
                <a:latin typeface="Helvetica Neue" panose="02000503000000020004"/>
                <a:ea typeface="Helvetica Neue" panose="02000503000000020004"/>
              </a:defRPr>
            </a:lvl1pPr>
          </a:lstStyle>
          <a:p>
            <a:r>
              <a:rPr lang="en-GB" dirty="0"/>
              <a:t>Note: </a:t>
            </a:r>
            <a:r>
              <a:rPr lang="en-GB" b="0" dirty="0"/>
              <a:t>Report generated by Report Agent on perimeter "flights from TIA". All numbers computed deterministically in Python, LLM adds interpretation paragraph only. Latency measured on local hardware, LLM excluded.</a:t>
            </a:r>
          </a:p>
        </p:txBody>
      </p:sp>
    </p:spTree>
    <p:extLst>
      <p:ext uri="{BB962C8B-B14F-4D97-AF65-F5344CB8AC3E}">
        <p14:creationId xmlns:p14="http://schemas.microsoft.com/office/powerpoint/2010/main" val="334254304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2240"/>
        </a:solidFill>
        <a:effectLst/>
      </p:bgPr>
    </p:bg>
    <p:spTree>
      <p:nvGrpSpPr>
        <p:cNvPr id="1" name="">
          <a:extLst>
            <a:ext uri="{FF2B5EF4-FFF2-40B4-BE49-F238E27FC236}">
              <a16:creationId xmlns:a16="http://schemas.microsoft.com/office/drawing/2014/main" id="{A15BF6B8-DB4E-31B3-555C-E38C208ED29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8F02BE9-F4FF-D67A-6CE7-6B4FCB56E175}"/>
              </a:ext>
            </a:extLst>
          </p:cNvPr>
          <p:cNvSpPr/>
          <p:nvPr/>
        </p:nvSpPr>
        <p:spPr>
          <a:xfrm>
            <a:off x="0" y="0"/>
            <a:ext cx="12191695" cy="36576"/>
          </a:xfrm>
          <a:prstGeom prst="rect">
            <a:avLst/>
          </a:prstGeom>
          <a:solidFill>
            <a:srgbClr val="4A9E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17F8BE8B-EF90-458E-9165-80B0B67FC7F7}"/>
              </a:ext>
            </a:extLst>
          </p:cNvPr>
          <p:cNvSpPr txBox="1"/>
          <p:nvPr/>
        </p:nvSpPr>
        <p:spPr>
          <a:xfrm>
            <a:off x="731520" y="1828800"/>
            <a:ext cx="3840480" cy="914400"/>
          </a:xfrm>
          <a:prstGeom prst="rect">
            <a:avLst/>
          </a:prstGeom>
          <a:noFill/>
        </p:spPr>
        <p:txBody>
          <a:bodyPr wrap="square">
            <a:noAutofit/>
          </a:bodyPr>
          <a:lstStyle/>
          <a:p>
            <a:pPr algn="l">
              <a:defRPr sz="6400" b="1">
                <a:solidFill>
                  <a:srgbClr val="4A9ECF"/>
                </a:solidFill>
                <a:latin typeface="Calibri"/>
              </a:defRPr>
            </a:pPr>
            <a:r>
              <a:rPr lang="de-DE">
                <a:latin typeface="Helvetica Neue" panose="02000503000000020004" pitchFamily="2" charset="0"/>
                <a:ea typeface="Helvetica Neue" panose="02000503000000020004" pitchFamily="2" charset="0"/>
                <a:cs typeface="Helvetica Neue" panose="02000503000000020004" pitchFamily="2" charset="0"/>
              </a:rPr>
              <a:t>Act </a:t>
            </a:r>
            <a:r>
              <a:rPr>
                <a:latin typeface="Helvetica Neue" panose="02000503000000020004" pitchFamily="2" charset="0"/>
                <a:ea typeface="Helvetica Neue" panose="02000503000000020004" pitchFamily="2" charset="0"/>
                <a:cs typeface="Helvetica Neue" panose="02000503000000020004" pitchFamily="2" charset="0"/>
              </a:rPr>
              <a:t>0</a:t>
            </a:r>
            <a:r>
              <a:rPr lang="fr-BE">
                <a:latin typeface="Helvetica Neue" panose="02000503000000020004" pitchFamily="2" charset="0"/>
                <a:ea typeface="Helvetica Neue" panose="02000503000000020004" pitchFamily="2" charset="0"/>
                <a:cs typeface="Helvetica Neue" panose="02000503000000020004" pitchFamily="2" charset="0"/>
              </a:rPr>
              <a:t>4</a:t>
            </a:r>
            <a:endParaRPr>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Rectangle 3">
            <a:extLst>
              <a:ext uri="{FF2B5EF4-FFF2-40B4-BE49-F238E27FC236}">
                <a16:creationId xmlns:a16="http://schemas.microsoft.com/office/drawing/2014/main" id="{F9273D0D-0D41-7E84-B3B6-DE43A41AA52D}"/>
              </a:ext>
            </a:extLst>
          </p:cNvPr>
          <p:cNvSpPr/>
          <p:nvPr/>
        </p:nvSpPr>
        <p:spPr>
          <a:xfrm>
            <a:off x="731520" y="3108960"/>
            <a:ext cx="1828800" cy="9525"/>
          </a:xfrm>
          <a:prstGeom prst="rect">
            <a:avLst/>
          </a:prstGeom>
          <a:solidFill>
            <a:srgbClr val="4A9E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 name="TextBox 4">
            <a:extLst>
              <a:ext uri="{FF2B5EF4-FFF2-40B4-BE49-F238E27FC236}">
                <a16:creationId xmlns:a16="http://schemas.microsoft.com/office/drawing/2014/main" id="{05213FCE-18F4-8936-A829-9B4F1C29B26A}"/>
              </a:ext>
            </a:extLst>
          </p:cNvPr>
          <p:cNvSpPr txBox="1"/>
          <p:nvPr/>
        </p:nvSpPr>
        <p:spPr>
          <a:xfrm>
            <a:off x="731520" y="3383280"/>
            <a:ext cx="10850052" cy="1097280"/>
          </a:xfrm>
          <a:prstGeom prst="rect">
            <a:avLst/>
          </a:prstGeom>
          <a:noFill/>
        </p:spPr>
        <p:txBody>
          <a:bodyPr wrap="square">
            <a:noAutofit/>
          </a:bodyPr>
          <a:lstStyle/>
          <a:p>
            <a:pPr>
              <a:defRPr sz="2000" b="1">
                <a:solidFill>
                  <a:srgbClr val="002240"/>
                </a:solidFill>
                <a:latin typeface="Calibri"/>
              </a:defRPr>
            </a:pPr>
            <a:r>
              <a:rPr lang="en-GB" sz="40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COMPARISON &amp; NEXT STEPS</a:t>
            </a:r>
          </a:p>
        </p:txBody>
      </p:sp>
      <p:sp>
        <p:nvSpPr>
          <p:cNvPr id="7" name="Rectangle 6">
            <a:extLst>
              <a:ext uri="{FF2B5EF4-FFF2-40B4-BE49-F238E27FC236}">
                <a16:creationId xmlns:a16="http://schemas.microsoft.com/office/drawing/2014/main" id="{1BA8017D-313C-32D4-0C6A-32F074AB3CFD}"/>
              </a:ext>
            </a:extLst>
          </p:cNvPr>
          <p:cNvSpPr/>
          <p:nvPr/>
        </p:nvSpPr>
        <p:spPr>
          <a:xfrm>
            <a:off x="12118543" y="0"/>
            <a:ext cx="73152" cy="6858000"/>
          </a:xfrm>
          <a:prstGeom prst="rect">
            <a:avLst/>
          </a:prstGeom>
          <a:solidFill>
            <a:srgbClr val="4A9E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luiss_logo_white.png">
            <a:extLst>
              <a:ext uri="{FF2B5EF4-FFF2-40B4-BE49-F238E27FC236}">
                <a16:creationId xmlns:a16="http://schemas.microsoft.com/office/drawing/2014/main" id="{1712695F-457E-E189-7827-008F91B873D6}"/>
              </a:ext>
            </a:extLst>
          </p:cNvPr>
          <p:cNvPicPr>
            <a:picLocks noChangeAspect="1"/>
          </p:cNvPicPr>
          <p:nvPr/>
        </p:nvPicPr>
        <p:blipFill>
          <a:blip r:embed="rId2"/>
          <a:stretch>
            <a:fillRect/>
          </a:stretch>
        </p:blipFill>
        <p:spPr>
          <a:xfrm>
            <a:off x="548640" y="6464807"/>
            <a:ext cx="1109888" cy="201167"/>
          </a:xfrm>
          <a:prstGeom prst="rect">
            <a:avLst/>
          </a:prstGeom>
        </p:spPr>
      </p:pic>
      <p:sp>
        <p:nvSpPr>
          <p:cNvPr id="10" name="TextBox 9">
            <a:extLst>
              <a:ext uri="{FF2B5EF4-FFF2-40B4-BE49-F238E27FC236}">
                <a16:creationId xmlns:a16="http://schemas.microsoft.com/office/drawing/2014/main" id="{C114D017-C169-9152-DF4A-FA8471F87E1B}"/>
              </a:ext>
            </a:extLst>
          </p:cNvPr>
          <p:cNvSpPr txBox="1"/>
          <p:nvPr/>
        </p:nvSpPr>
        <p:spPr>
          <a:xfrm>
            <a:off x="731520" y="4572000"/>
            <a:ext cx="10530840" cy="548640"/>
          </a:xfrm>
          <a:prstGeom prst="rect">
            <a:avLst/>
          </a:prstGeom>
          <a:noFill/>
        </p:spPr>
        <p:txBody>
          <a:bodyPr wrap="square">
            <a:noAutofit/>
          </a:bodyPr>
          <a:lstStyle/>
          <a:p>
            <a:pPr>
              <a:lnSpc>
                <a:spcPct val="150000"/>
              </a:lnSpc>
            </a:pPr>
            <a:r>
              <a:rPr lang="en-GB" sz="1600" dirty="0">
                <a:solidFill>
                  <a:srgbClr val="94A7C8"/>
                </a:solidFill>
                <a:latin typeface="Helvetica Neue" pitchFamily="34" charset="0"/>
                <a:ea typeface="Helvetica Neue" pitchFamily="34" charset="-122"/>
                <a:cs typeface="Helvetica Neue" pitchFamily="34" charset="-120"/>
              </a:rPr>
              <a:t>Head-to-Head Comparison, Limitations &amp; Risks, Take-Home Message</a:t>
            </a:r>
          </a:p>
        </p:txBody>
      </p:sp>
      <p:sp>
        <p:nvSpPr>
          <p:cNvPr id="6" name="Slide Number Placeholder 5">
            <a:extLst>
              <a:ext uri="{FF2B5EF4-FFF2-40B4-BE49-F238E27FC236}">
                <a16:creationId xmlns:a16="http://schemas.microsoft.com/office/drawing/2014/main" id="{AF821D8C-3007-C62D-DC62-CC77089C2F1B}"/>
              </a:ext>
            </a:extLst>
          </p:cNvPr>
          <p:cNvSpPr>
            <a:spLocks noGrp="1"/>
          </p:cNvSpPr>
          <p:nvPr>
            <p:ph type="sldNum" sz="quarter" idx="12"/>
          </p:nvPr>
        </p:nvSpPr>
        <p:spPr>
          <a:xfrm>
            <a:off x="9601200" y="6356350"/>
            <a:ext cx="2133600" cy="365125"/>
          </a:xfrm>
        </p:spPr>
        <p:txBody>
          <a:bodyPr/>
          <a:lstStyle/>
          <a:p>
            <a:fld id="{C1FF6DA9-008F-8B48-92A6-B652298478BF}" type="slidenum">
              <a:rPr lang="en-US" smtClean="0"/>
              <a:pPr/>
              <a:t>14</a:t>
            </a:fld>
            <a:endParaRPr lang="en-US">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4087326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731520" y="243840"/>
            <a:ext cx="10363200" cy="548640"/>
          </a:xfrm>
          <a:prstGeom prst="rect">
            <a:avLst/>
          </a:prstGeom>
          <a:noFill/>
          <a:ln/>
        </p:spPr>
        <p:txBody>
          <a:bodyPr wrap="square" lIns="0" tIns="0" rIns="0" bIns="0" rtlCol="0" anchor="ctr"/>
          <a:lstStyle/>
          <a:p>
            <a:r>
              <a:rPr lang="en-GB" sz="2500" b="1" dirty="0">
                <a:solidFill>
                  <a:srgbClr val="1B2A4A"/>
                </a:solidFill>
                <a:latin typeface="Georgia" panose="02040502050405020303" pitchFamily="18" charset="0"/>
                <a:ea typeface="Helvetica Neue" panose="02000503000000020004" pitchFamily="2" charset="0"/>
                <a:cs typeface="Helvetica Neue" panose="02000503000000020004" pitchFamily="2" charset="0"/>
              </a:rPr>
              <a:t>The choice is not algorithmic; it is a deployment decision driven by operational constraints</a:t>
            </a:r>
            <a:endParaRPr lang="en-US" sz="2500" b="1" dirty="0">
              <a:solidFill>
                <a:srgbClr val="1B2A4A"/>
              </a:solidFill>
              <a:latin typeface="Georgia" panose="02040502050405020303" pitchFamily="18" charset="0"/>
              <a:ea typeface="Helvetica Neue" panose="02000503000000020004" pitchFamily="2" charset="0"/>
              <a:cs typeface="Helvetica Neue" panose="02000503000000020004" pitchFamily="2" charset="0"/>
            </a:endParaRPr>
          </a:p>
        </p:txBody>
      </p:sp>
      <p:sp>
        <p:nvSpPr>
          <p:cNvPr id="5" name="Text 3"/>
          <p:cNvSpPr/>
          <p:nvPr/>
        </p:nvSpPr>
        <p:spPr>
          <a:xfrm>
            <a:off x="731520" y="911748"/>
            <a:ext cx="10363200" cy="365760"/>
          </a:xfrm>
          <a:prstGeom prst="rect">
            <a:avLst/>
          </a:prstGeom>
          <a:noFill/>
          <a:ln/>
        </p:spPr>
        <p:txBody>
          <a:bodyPr wrap="square" lIns="0" tIns="0" rIns="0" bIns="0" rtlCol="0" anchor="ctr"/>
          <a:lstStyle/>
          <a:p>
            <a:r>
              <a:rPr lang="en-US" sz="1600" i="1" dirty="0">
                <a:solidFill>
                  <a:srgbClr val="475569"/>
                </a:solidFill>
                <a:latin typeface="Helvetica Neue" panose="02000503000000020004" pitchFamily="2" charset="0"/>
                <a:ea typeface="Helvetica Neue" panose="02000503000000020004" pitchFamily="2" charset="0"/>
                <a:cs typeface="Helvetica Neue" panose="02000503000000020004" pitchFamily="2" charset="0"/>
              </a:rPr>
              <a:t>Comparative Analysis &amp; Final Recommendation</a:t>
            </a:r>
            <a:endParaRPr lang="en-US" sz="16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4" name="Rectangle 33">
            <a:extLst>
              <a:ext uri="{FF2B5EF4-FFF2-40B4-BE49-F238E27FC236}">
                <a16:creationId xmlns:a16="http://schemas.microsoft.com/office/drawing/2014/main" id="{B1FA9BF8-D77D-B6DE-6180-F0FF07265880}"/>
              </a:ext>
            </a:extLst>
          </p:cNvPr>
          <p:cNvSpPr/>
          <p:nvPr/>
        </p:nvSpPr>
        <p:spPr>
          <a:xfrm>
            <a:off x="548640" y="6355080"/>
            <a:ext cx="11094415" cy="9525"/>
          </a:xfrm>
          <a:prstGeom prst="rect">
            <a:avLst/>
          </a:prstGeom>
          <a:solidFill>
            <a:srgbClr val="E0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6" name="Slide Number Placeholder 22">
            <a:extLst>
              <a:ext uri="{FF2B5EF4-FFF2-40B4-BE49-F238E27FC236}">
                <a16:creationId xmlns:a16="http://schemas.microsoft.com/office/drawing/2014/main" id="{7A48A8CE-64E7-41C1-C6A5-E0CC03DDD928}"/>
              </a:ext>
            </a:extLst>
          </p:cNvPr>
          <p:cNvSpPr txBox="1">
            <a:spLocks/>
          </p:cNvSpPr>
          <p:nvPr/>
        </p:nvSpPr>
        <p:spPr>
          <a:xfrm>
            <a:off x="9601200" y="6356350"/>
            <a:ext cx="2133600" cy="365125"/>
          </a:xfrm>
          <a:prstGeom prst="rect">
            <a:avLst/>
          </a:prstGeom>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C1FF6DA9-008F-8B48-92A6-B652298478BF}" type="slidenum">
              <a:rPr lang="en-US" sz="1200" smtClean="0">
                <a:solidFill>
                  <a:schemeClr val="bg1">
                    <a:lumMod val="65000"/>
                  </a:schemeClr>
                </a:solidFill>
                <a:latin typeface="Helvetica Neue" panose="02000503000000020004" pitchFamily="2" charset="0"/>
                <a:ea typeface="Helvetica Neue" panose="02000503000000020004" pitchFamily="2" charset="0"/>
                <a:cs typeface="Helvetica Neue" panose="02000503000000020004" pitchFamily="2" charset="0"/>
              </a:rPr>
              <a:pPr algn="r"/>
              <a:t>15</a:t>
            </a:fld>
            <a:endParaRPr lang="en-US" sz="1200">
              <a:solidFill>
                <a:schemeClr val="bg1">
                  <a:lumMod val="65000"/>
                </a:schemeClr>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 name="Rectangle 1">
            <a:extLst>
              <a:ext uri="{FF2B5EF4-FFF2-40B4-BE49-F238E27FC236}">
                <a16:creationId xmlns:a16="http://schemas.microsoft.com/office/drawing/2014/main" id="{E6C3EB16-BB01-0571-8453-7947AACB826D}"/>
              </a:ext>
            </a:extLst>
          </p:cNvPr>
          <p:cNvSpPr/>
          <p:nvPr/>
        </p:nvSpPr>
        <p:spPr>
          <a:xfrm>
            <a:off x="7498373" y="3587279"/>
            <a:ext cx="4236427" cy="2282773"/>
          </a:xfrm>
          <a:prstGeom prst="rect">
            <a:avLst/>
          </a:prstGeom>
          <a:solidFill>
            <a:schemeClr val="bg1">
              <a:lumMod val="95000"/>
              <a:alpha val="3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400"/>
          </a:p>
        </p:txBody>
      </p:sp>
      <p:sp>
        <p:nvSpPr>
          <p:cNvPr id="6" name="ZoneTexte 49">
            <a:extLst>
              <a:ext uri="{FF2B5EF4-FFF2-40B4-BE49-F238E27FC236}">
                <a16:creationId xmlns:a16="http://schemas.microsoft.com/office/drawing/2014/main" id="{ABE0A9A7-F4BC-8FCB-DEEB-C855D85827A2}"/>
              </a:ext>
            </a:extLst>
          </p:cNvPr>
          <p:cNvSpPr txBox="1"/>
          <p:nvPr/>
        </p:nvSpPr>
        <p:spPr>
          <a:xfrm>
            <a:off x="7498373" y="3610441"/>
            <a:ext cx="2314864" cy="307777"/>
          </a:xfrm>
          <a:prstGeom prst="rect">
            <a:avLst/>
          </a:prstGeom>
          <a:noFill/>
        </p:spPr>
        <p:txBody>
          <a:bodyPr wrap="square" rtlCol="0">
            <a:spAutoFit/>
          </a:bodyPr>
          <a:lstStyle/>
          <a:p>
            <a:r>
              <a:rPr lang="en-GB" sz="1400" b="1">
                <a:latin typeface="Montserrat" pitchFamily="2" charset="77"/>
              </a:rPr>
              <a:t>Key Insights</a:t>
            </a:r>
          </a:p>
        </p:txBody>
      </p:sp>
      <p:cxnSp>
        <p:nvCxnSpPr>
          <p:cNvPr id="33" name="Connecteur droit 50">
            <a:extLst>
              <a:ext uri="{FF2B5EF4-FFF2-40B4-BE49-F238E27FC236}">
                <a16:creationId xmlns:a16="http://schemas.microsoft.com/office/drawing/2014/main" id="{534D7CED-D0CE-BAD6-3FC0-11F6AA431719}"/>
              </a:ext>
            </a:extLst>
          </p:cNvPr>
          <p:cNvCxnSpPr>
            <a:cxnSpLocks/>
          </p:cNvCxnSpPr>
          <p:nvPr/>
        </p:nvCxnSpPr>
        <p:spPr>
          <a:xfrm>
            <a:off x="7532614" y="3936306"/>
            <a:ext cx="1394515" cy="0"/>
          </a:xfrm>
          <a:prstGeom prst="line">
            <a:avLst/>
          </a:prstGeom>
          <a:ln w="19050">
            <a:solidFill>
              <a:srgbClr val="011B5D"/>
            </a:solidFill>
          </a:ln>
          <a:effectLst>
            <a:outerShdw dist="20000" sx="1000" sy="1000"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sp>
        <p:nvSpPr>
          <p:cNvPr id="37" name="ZoneTexte 52">
            <a:extLst>
              <a:ext uri="{FF2B5EF4-FFF2-40B4-BE49-F238E27FC236}">
                <a16:creationId xmlns:a16="http://schemas.microsoft.com/office/drawing/2014/main" id="{F8F7B2AD-AEDC-E76E-AA5A-06A572916E97}"/>
              </a:ext>
            </a:extLst>
          </p:cNvPr>
          <p:cNvSpPr txBox="1"/>
          <p:nvPr/>
        </p:nvSpPr>
        <p:spPr>
          <a:xfrm>
            <a:off x="7532614" y="4072307"/>
            <a:ext cx="4202187" cy="1569660"/>
          </a:xfrm>
          <a:prstGeom prst="rect">
            <a:avLst/>
          </a:prstGeom>
          <a:noFill/>
        </p:spPr>
        <p:txBody>
          <a:bodyPr wrap="square" rtlCol="0">
            <a:spAutoFit/>
          </a:bodyPr>
          <a:lstStyle/>
          <a:p>
            <a:pPr lvl="0" defTabSz="914400" eaLnBrk="0" fontAlgn="base" hangingPunct="0">
              <a:spcBef>
                <a:spcPct val="0"/>
              </a:spcBef>
              <a:spcAft>
                <a:spcPct val="0"/>
              </a:spcAft>
            </a:pPr>
            <a:r>
              <a:rPr lang="en-GB" altLang="en-US" sz="1600" b="1" dirty="0">
                <a:latin typeface="Helvetica" panose="020B0604020202020204" pitchFamily="34" charset="0"/>
                <a:cs typeface="Helvetica" panose="020B0604020202020204" pitchFamily="34" charset="0"/>
              </a:rPr>
              <a:t>The Final Recommendation</a:t>
            </a:r>
            <a:r>
              <a:rPr lang="en-GB" altLang="en-US" sz="1600" dirty="0">
                <a:latin typeface="Helvetica" panose="020B0604020202020204" pitchFamily="34" charset="0"/>
                <a:cs typeface="Helvetica" panose="020B0604020202020204" pitchFamily="34" charset="0"/>
              </a:rPr>
              <a:t>: Deploy both. </a:t>
            </a:r>
          </a:p>
          <a:p>
            <a:pPr marL="285750" lvl="0" indent="-285750" defTabSz="914400" eaLnBrk="0" fontAlgn="base" hangingPunct="0">
              <a:spcBef>
                <a:spcPct val="0"/>
              </a:spcBef>
              <a:spcAft>
                <a:spcPct val="0"/>
              </a:spcAft>
              <a:buFont typeface="Arial" panose="020B0604020202020204" pitchFamily="34" charset="0"/>
              <a:buChar char="•"/>
            </a:pPr>
            <a:r>
              <a:rPr lang="en-GB" altLang="en-US" sz="1600" dirty="0">
                <a:latin typeface="Helvetica" panose="020B0604020202020204" pitchFamily="34" charset="0"/>
                <a:cs typeface="Helvetica" panose="020B0604020202020204" pitchFamily="34" charset="0"/>
              </a:rPr>
              <a:t>The Classical pipeline serves as the nightly, deterministic system-of-record. </a:t>
            </a:r>
          </a:p>
          <a:p>
            <a:pPr marL="285750" lvl="0" indent="-285750" defTabSz="914400" eaLnBrk="0" fontAlgn="base" hangingPunct="0">
              <a:spcBef>
                <a:spcPct val="0"/>
              </a:spcBef>
              <a:spcAft>
                <a:spcPct val="0"/>
              </a:spcAft>
              <a:buFont typeface="Arial" panose="020B0604020202020204" pitchFamily="34" charset="0"/>
              <a:buChar char="•"/>
            </a:pPr>
            <a:r>
              <a:rPr lang="en-GB" altLang="en-US" sz="1600" dirty="0">
                <a:latin typeface="Helvetica" panose="020B0604020202020204" pitchFamily="34" charset="0"/>
                <a:cs typeface="Helvetica" panose="020B0604020202020204" pitchFamily="34" charset="0"/>
              </a:rPr>
              <a:t>The Multi-Agent pipeline sits on top as an on-demand, interactive exploration interface for non-technical operators.</a:t>
            </a:r>
          </a:p>
        </p:txBody>
      </p:sp>
      <p:pic>
        <p:nvPicPr>
          <p:cNvPr id="39" name="Picture 38">
            <a:extLst>
              <a:ext uri="{FF2B5EF4-FFF2-40B4-BE49-F238E27FC236}">
                <a16:creationId xmlns:a16="http://schemas.microsoft.com/office/drawing/2014/main" id="{6C604DC0-BE5A-642E-7665-9ADBAC3AB085}"/>
              </a:ext>
            </a:extLst>
          </p:cNvPr>
          <p:cNvPicPr>
            <a:picLocks noChangeAspect="1"/>
          </p:cNvPicPr>
          <p:nvPr/>
        </p:nvPicPr>
        <p:blipFill>
          <a:blip r:embed="rId3"/>
          <a:stretch>
            <a:fillRect/>
          </a:stretch>
        </p:blipFill>
        <p:spPr>
          <a:xfrm>
            <a:off x="212041" y="1590119"/>
            <a:ext cx="7303453" cy="446799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731520" y="243840"/>
            <a:ext cx="10363200" cy="548640"/>
          </a:xfrm>
          <a:prstGeom prst="rect">
            <a:avLst/>
          </a:prstGeom>
          <a:noFill/>
          <a:ln/>
        </p:spPr>
        <p:txBody>
          <a:bodyPr wrap="square" lIns="0" tIns="0" rIns="0" bIns="0" rtlCol="0" anchor="ctr"/>
          <a:lstStyle/>
          <a:p>
            <a:r>
              <a:rPr lang="en-GB" sz="2500" b="1" dirty="0">
                <a:solidFill>
                  <a:srgbClr val="1B2A4A"/>
                </a:solidFill>
                <a:latin typeface="Georgia" panose="02040502050405020303" pitchFamily="18" charset="0"/>
                <a:ea typeface="Helvetica Neue" panose="02000503000000020004" pitchFamily="2" charset="0"/>
                <a:cs typeface="Helvetica Neue" panose="02000503000000020004" pitchFamily="2" charset="0"/>
              </a:rPr>
              <a:t>A robust proof of concept, Six strategic priorities to transition from prototype to production</a:t>
            </a:r>
            <a:endParaRPr lang="en-US" sz="2500" dirty="0">
              <a:latin typeface="Georgia" panose="02040502050405020303" pitchFamily="18" charset="0"/>
              <a:ea typeface="Helvetica Neue" panose="02000503000000020004" pitchFamily="2" charset="0"/>
              <a:cs typeface="Helvetica Neue" panose="02000503000000020004" pitchFamily="2" charset="0"/>
            </a:endParaRPr>
          </a:p>
        </p:txBody>
      </p:sp>
      <p:sp>
        <p:nvSpPr>
          <p:cNvPr id="5" name="Text 3"/>
          <p:cNvSpPr/>
          <p:nvPr/>
        </p:nvSpPr>
        <p:spPr>
          <a:xfrm>
            <a:off x="731520" y="792480"/>
            <a:ext cx="10363200" cy="365760"/>
          </a:xfrm>
          <a:prstGeom prst="rect">
            <a:avLst/>
          </a:prstGeom>
          <a:noFill/>
          <a:ln/>
        </p:spPr>
        <p:txBody>
          <a:bodyPr wrap="square" lIns="0" tIns="0" rIns="0" bIns="0" rtlCol="0" anchor="ctr"/>
          <a:lstStyle/>
          <a:p>
            <a:r>
              <a:rPr lang="en-GB" sz="1600" i="1" dirty="0">
                <a:solidFill>
                  <a:srgbClr val="475569"/>
                </a:solidFill>
                <a:latin typeface="Helvetica Neue" panose="02000503000000020004" pitchFamily="2" charset="0"/>
                <a:ea typeface="Helvetica Neue" panose="02000503000000020004" pitchFamily="2" charset="0"/>
                <a:cs typeface="Helvetica Neue" panose="02000503000000020004" pitchFamily="2" charset="0"/>
              </a:rPr>
              <a:t>Limitations, Risks and Next Steps</a:t>
            </a:r>
            <a:endParaRPr lang="en-US" sz="16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1" name="Rectangle 40">
            <a:extLst>
              <a:ext uri="{FF2B5EF4-FFF2-40B4-BE49-F238E27FC236}">
                <a16:creationId xmlns:a16="http://schemas.microsoft.com/office/drawing/2014/main" id="{C1A18484-EE8A-781C-4A95-4289C94791EE}"/>
              </a:ext>
            </a:extLst>
          </p:cNvPr>
          <p:cNvSpPr/>
          <p:nvPr/>
        </p:nvSpPr>
        <p:spPr>
          <a:xfrm>
            <a:off x="548640" y="6355080"/>
            <a:ext cx="11094415" cy="9525"/>
          </a:xfrm>
          <a:prstGeom prst="rect">
            <a:avLst/>
          </a:prstGeom>
          <a:solidFill>
            <a:srgbClr val="E0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2" name="Slide Number Placeholder 22">
            <a:extLst>
              <a:ext uri="{FF2B5EF4-FFF2-40B4-BE49-F238E27FC236}">
                <a16:creationId xmlns:a16="http://schemas.microsoft.com/office/drawing/2014/main" id="{62427783-27C3-5892-DD51-5AB2A47726D4}"/>
              </a:ext>
            </a:extLst>
          </p:cNvPr>
          <p:cNvSpPr txBox="1">
            <a:spLocks/>
          </p:cNvSpPr>
          <p:nvPr/>
        </p:nvSpPr>
        <p:spPr>
          <a:xfrm>
            <a:off x="9601200" y="6356350"/>
            <a:ext cx="2133600" cy="365125"/>
          </a:xfrm>
          <a:prstGeom prst="rect">
            <a:avLst/>
          </a:prstGeom>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C1FF6DA9-008F-8B48-92A6-B652298478BF}" type="slidenum">
              <a:rPr lang="en-US" sz="1200" smtClean="0">
                <a:solidFill>
                  <a:schemeClr val="bg1">
                    <a:lumMod val="65000"/>
                  </a:schemeClr>
                </a:solidFill>
                <a:latin typeface="Helvetica Neue" panose="02000503000000020004" pitchFamily="2" charset="0"/>
                <a:ea typeface="Helvetica Neue" panose="02000503000000020004" pitchFamily="2" charset="0"/>
                <a:cs typeface="Helvetica Neue" panose="02000503000000020004" pitchFamily="2" charset="0"/>
              </a:rPr>
              <a:pPr algn="r"/>
              <a:t>16</a:t>
            </a:fld>
            <a:endParaRPr lang="en-US" sz="1200">
              <a:solidFill>
                <a:schemeClr val="bg1">
                  <a:lumMod val="65000"/>
                </a:schemeClr>
              </a:solidFill>
              <a:latin typeface="Helvetica Neue" panose="02000503000000020004" pitchFamily="2" charset="0"/>
              <a:ea typeface="Helvetica Neue" panose="02000503000000020004" pitchFamily="2" charset="0"/>
              <a:cs typeface="Helvetica Neue" panose="02000503000000020004" pitchFamily="2" charset="0"/>
            </a:endParaRPr>
          </a:p>
        </p:txBody>
      </p:sp>
      <p:grpSp>
        <p:nvGrpSpPr>
          <p:cNvPr id="2" name="Gruppieren 163">
            <a:extLst>
              <a:ext uri="{FF2B5EF4-FFF2-40B4-BE49-F238E27FC236}">
                <a16:creationId xmlns:a16="http://schemas.microsoft.com/office/drawing/2014/main" id="{FC78108C-47DA-EC36-0A14-C205A48091B0}"/>
              </a:ext>
            </a:extLst>
          </p:cNvPr>
          <p:cNvGrpSpPr>
            <a:grpSpLocks/>
          </p:cNvGrpSpPr>
          <p:nvPr/>
        </p:nvGrpSpPr>
        <p:grpSpPr>
          <a:xfrm flipH="1">
            <a:off x="6894308" y="1740850"/>
            <a:ext cx="4942051" cy="1639452"/>
            <a:chOff x="424164" y="1936933"/>
            <a:chExt cx="4926235" cy="1229589"/>
          </a:xfrm>
        </p:grpSpPr>
        <p:cxnSp>
          <p:nvCxnSpPr>
            <p:cNvPr id="3" name="Gerade Verbindung 22">
              <a:extLst>
                <a:ext uri="{FF2B5EF4-FFF2-40B4-BE49-F238E27FC236}">
                  <a16:creationId xmlns:a16="http://schemas.microsoft.com/office/drawing/2014/main" id="{EA4F6046-D9E7-AF1A-90B8-C0519F158276}"/>
                </a:ext>
              </a:extLst>
            </p:cNvPr>
            <p:cNvCxnSpPr>
              <a:cxnSpLocks/>
            </p:cNvCxnSpPr>
            <p:nvPr/>
          </p:nvCxnSpPr>
          <p:spPr bwMode="gray">
            <a:xfrm>
              <a:off x="425450" y="2199208"/>
              <a:ext cx="4924949" cy="0"/>
            </a:xfrm>
            <a:prstGeom prst="line">
              <a:avLst/>
            </a:prstGeom>
            <a:ln w="12700">
              <a:solidFill>
                <a:srgbClr val="143E74"/>
              </a:solidFill>
            </a:ln>
          </p:spPr>
          <p:style>
            <a:lnRef idx="1">
              <a:schemeClr val="accent1"/>
            </a:lnRef>
            <a:fillRef idx="0">
              <a:schemeClr val="accent1"/>
            </a:fillRef>
            <a:effectRef idx="0">
              <a:schemeClr val="accent1"/>
            </a:effectRef>
            <a:fontRef idx="minor">
              <a:schemeClr val="tx1"/>
            </a:fontRef>
          </p:style>
        </p:cxnSp>
        <p:sp>
          <p:nvSpPr>
            <p:cNvPr id="40" name="Textplatzhalter 13">
              <a:extLst>
                <a:ext uri="{FF2B5EF4-FFF2-40B4-BE49-F238E27FC236}">
                  <a16:creationId xmlns:a16="http://schemas.microsoft.com/office/drawing/2014/main" id="{F69D8AE6-D6AD-0D78-D295-5AAD33ADE984}"/>
                </a:ext>
              </a:extLst>
            </p:cNvPr>
            <p:cNvSpPr txBox="1">
              <a:spLocks/>
            </p:cNvSpPr>
            <p:nvPr/>
          </p:nvSpPr>
          <p:spPr bwMode="gray">
            <a:xfrm>
              <a:off x="424164" y="1936933"/>
              <a:ext cx="4030698" cy="262277"/>
            </a:xfrm>
            <a:prstGeom prst="rect">
              <a:avLst/>
            </a:prstGeom>
          </p:spPr>
          <p:txBody>
            <a:bodyPr vert="horz" wrap="square" lIns="0" tIns="0" rIns="0" bIns="72000" rtlCol="0" anchor="b">
              <a:spAutoFit/>
            </a:bodyPr>
            <a:lstStyle>
              <a:defPPr>
                <a:defRPr lang="de-DE"/>
              </a:defPPr>
              <a:lvl1pPr marL="0" indent="0">
                <a:lnSpc>
                  <a:spcPct val="100000"/>
                </a:lnSpc>
                <a:spcBef>
                  <a:spcPts val="400"/>
                </a:spcBef>
                <a:buFont typeface="Arial" pitchFamily="34" charset="0"/>
                <a:buNone/>
                <a:defRPr sz="1300" cap="all">
                  <a:solidFill>
                    <a:schemeClr val="tx2"/>
                  </a:solidFill>
                  <a:latin typeface="+mn-lt"/>
                  <a:ea typeface="Verdana" pitchFamily="34" charset="0"/>
                  <a:cs typeface="Verdana" pitchFamily="34" charset="0"/>
                </a:defRPr>
              </a:lvl1pPr>
              <a:lvl2pPr marL="180975" indent="-180975">
                <a:lnSpc>
                  <a:spcPct val="95000"/>
                </a:lnSpc>
                <a:spcBef>
                  <a:spcPts val="400"/>
                </a:spcBef>
                <a:buFont typeface="Wingdings" pitchFamily="2" charset="2"/>
                <a:buChar char="§"/>
                <a:defRPr sz="1300">
                  <a:latin typeface="+mn-lt"/>
                  <a:ea typeface="Verdana" pitchFamily="34" charset="0"/>
                  <a:cs typeface="Verdana" pitchFamily="34" charset="0"/>
                </a:defRPr>
              </a:lvl2pPr>
              <a:lvl3pPr marL="361950" indent="-180975">
                <a:lnSpc>
                  <a:spcPct val="95000"/>
                </a:lnSpc>
                <a:spcBef>
                  <a:spcPts val="400"/>
                </a:spcBef>
                <a:buFont typeface="Arial" pitchFamily="34" charset="0"/>
                <a:buChar char="̵"/>
                <a:defRPr sz="1300">
                  <a:latin typeface="+mn-lt"/>
                  <a:ea typeface="Verdana" pitchFamily="34" charset="0"/>
                  <a:cs typeface="Verdana" pitchFamily="34" charset="0"/>
                </a:defRPr>
              </a:lvl3pPr>
              <a:lvl4pPr marL="534988" indent="-173038">
                <a:lnSpc>
                  <a:spcPct val="95000"/>
                </a:lnSpc>
                <a:spcBef>
                  <a:spcPts val="400"/>
                </a:spcBef>
                <a:buFont typeface="Arial" pitchFamily="34" charset="0"/>
                <a:buChar char="̵"/>
                <a:defRPr sz="1300">
                  <a:latin typeface="+mn-lt"/>
                  <a:ea typeface="Verdana" pitchFamily="34" charset="0"/>
                  <a:cs typeface="Verdana" pitchFamily="34" charset="0"/>
                </a:defRPr>
              </a:lvl4pPr>
              <a:lvl5pPr marL="715963" indent="-180975">
                <a:lnSpc>
                  <a:spcPct val="95000"/>
                </a:lnSpc>
                <a:spcBef>
                  <a:spcPts val="400"/>
                </a:spcBef>
                <a:buFont typeface="Arial" pitchFamily="34" charset="0"/>
                <a:buChar char="̵"/>
                <a:defRPr sz="1300">
                  <a:latin typeface="+mn-lt"/>
                  <a:ea typeface="Verdana" pitchFamily="34" charset="0"/>
                  <a:cs typeface="Verdana" pitchFamily="34" charset="0"/>
                </a:defRPr>
              </a:lvl5pPr>
              <a:lvl6pPr marL="2514600" indent="-228600">
                <a:spcBef>
                  <a:spcPct val="20000"/>
                </a:spcBef>
                <a:buFont typeface="Arial" pitchFamily="34" charset="0"/>
                <a:buChar char="•"/>
                <a:defRPr sz="2000">
                  <a:latin typeface="+mn-lt"/>
                </a:defRPr>
              </a:lvl6pPr>
              <a:lvl7pPr marL="2971800" indent="-228600">
                <a:spcBef>
                  <a:spcPct val="20000"/>
                </a:spcBef>
                <a:buFont typeface="Arial" pitchFamily="34" charset="0"/>
                <a:buChar char="•"/>
                <a:defRPr sz="2000">
                  <a:latin typeface="+mn-lt"/>
                </a:defRPr>
              </a:lvl7pPr>
              <a:lvl8pPr marL="3429000" indent="-228600">
                <a:spcBef>
                  <a:spcPct val="20000"/>
                </a:spcBef>
                <a:buFont typeface="Arial" pitchFamily="34" charset="0"/>
                <a:buChar char="•"/>
                <a:defRPr sz="2000">
                  <a:latin typeface="+mn-lt"/>
                </a:defRPr>
              </a:lvl8pPr>
              <a:lvl9pPr marL="3886200" indent="-228600">
                <a:spcBef>
                  <a:spcPct val="20000"/>
                </a:spcBef>
                <a:buFont typeface="Arial" pitchFamily="34" charset="0"/>
                <a:buChar char="•"/>
                <a:defRPr sz="2000">
                  <a:latin typeface="+mn-lt"/>
                </a:defRPr>
              </a:lvl9pPr>
            </a:lstStyle>
            <a:p>
              <a:pPr algn="r"/>
              <a:r>
                <a:rPr lang="fr-FR" sz="1800" b="1" cap="none" dirty="0">
                  <a:solidFill>
                    <a:srgbClr val="3A3A3A"/>
                  </a:solidFill>
                  <a:latin typeface="Montserrat" pitchFamily="2" charset="77"/>
                </a:rPr>
                <a:t>1. Ground Truth Absence</a:t>
              </a:r>
            </a:p>
          </p:txBody>
        </p:sp>
        <p:sp>
          <p:nvSpPr>
            <p:cNvPr id="43" name="Rechteck 166">
              <a:extLst>
                <a:ext uri="{FF2B5EF4-FFF2-40B4-BE49-F238E27FC236}">
                  <a16:creationId xmlns:a16="http://schemas.microsoft.com/office/drawing/2014/main" id="{AF1F83AC-126B-2764-0B77-F48865A8825A}"/>
                </a:ext>
              </a:extLst>
            </p:cNvPr>
            <p:cNvSpPr>
              <a:spLocks/>
            </p:cNvSpPr>
            <p:nvPr/>
          </p:nvSpPr>
          <p:spPr>
            <a:xfrm flipH="1">
              <a:off x="424164" y="2199207"/>
              <a:ext cx="3267445" cy="96731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08000" rIns="0" bIns="72000" numCol="1" spcCol="0" rtlCol="0" fromWordArt="0" anchor="t" anchorCtr="0" forceAA="0" compatLnSpc="1">
              <a:prstTxWarp prst="textNoShape">
                <a:avLst/>
              </a:prstTxWarp>
              <a:spAutoFit/>
            </a:bodyPr>
            <a:lstStyle/>
            <a:p>
              <a:pPr>
                <a:spcAft>
                  <a:spcPts val="600"/>
                </a:spcAft>
                <a:defRPr/>
              </a:pPr>
              <a:r>
                <a:rPr lang="en-GB" sz="1200" b="1" dirty="0">
                  <a:solidFill>
                    <a:srgbClr val="3A3A3A"/>
                  </a:solidFill>
                  <a:latin typeface="Montserrat" pitchFamily="2" charset="77"/>
                </a:rPr>
                <a:t>Limitation</a:t>
              </a:r>
              <a:r>
                <a:rPr lang="en-GB" sz="1200" dirty="0">
                  <a:solidFill>
                    <a:srgbClr val="3A3A3A"/>
                  </a:solidFill>
                  <a:latin typeface="Montserrat" pitchFamily="2" charset="77"/>
                </a:rPr>
                <a:t> : Jaccard proves consistency, not accuracy. Precision/recall needs labelled data.                                                </a:t>
              </a:r>
              <a:r>
                <a:rPr lang="en-GB" sz="1200" b="1" dirty="0">
                  <a:solidFill>
                    <a:srgbClr val="3A3A3A"/>
                  </a:solidFill>
                  <a:latin typeface="Montserrat" pitchFamily="2" charset="77"/>
                </a:rPr>
                <a:t>Next Step</a:t>
              </a:r>
              <a:r>
                <a:rPr lang="en-GB" sz="1200" dirty="0">
                  <a:solidFill>
                    <a:srgbClr val="3A3A3A"/>
                  </a:solidFill>
                  <a:latin typeface="Montserrat" pitchFamily="2" charset="77"/>
                </a:rPr>
                <a:t> : Establish a labelled validation set with the client to evaluate true model performance.</a:t>
              </a:r>
              <a:endParaRPr lang="fr-FR" sz="1200" dirty="0">
                <a:solidFill>
                  <a:srgbClr val="3A3A3A"/>
                </a:solidFill>
                <a:latin typeface="Montserrat" pitchFamily="2" charset="77"/>
              </a:endParaRPr>
            </a:p>
          </p:txBody>
        </p:sp>
      </p:grpSp>
      <p:grpSp>
        <p:nvGrpSpPr>
          <p:cNvPr id="44" name="Gruppieren 167">
            <a:extLst>
              <a:ext uri="{FF2B5EF4-FFF2-40B4-BE49-F238E27FC236}">
                <a16:creationId xmlns:a16="http://schemas.microsoft.com/office/drawing/2014/main" id="{5CD347F0-FE43-44D8-6A48-85DC9109A761}"/>
              </a:ext>
            </a:extLst>
          </p:cNvPr>
          <p:cNvGrpSpPr>
            <a:grpSpLocks/>
          </p:cNvGrpSpPr>
          <p:nvPr/>
        </p:nvGrpSpPr>
        <p:grpSpPr>
          <a:xfrm flipH="1">
            <a:off x="6894308" y="3297335"/>
            <a:ext cx="4942051" cy="1454789"/>
            <a:chOff x="424164" y="1936932"/>
            <a:chExt cx="4926235" cy="1091092"/>
          </a:xfrm>
        </p:grpSpPr>
        <p:cxnSp>
          <p:nvCxnSpPr>
            <p:cNvPr id="45" name="Gerade Verbindung 22">
              <a:extLst>
                <a:ext uri="{FF2B5EF4-FFF2-40B4-BE49-F238E27FC236}">
                  <a16:creationId xmlns:a16="http://schemas.microsoft.com/office/drawing/2014/main" id="{8F03EA4F-2085-A790-F593-47A3392B2A6D}"/>
                </a:ext>
              </a:extLst>
            </p:cNvPr>
            <p:cNvCxnSpPr>
              <a:cxnSpLocks/>
            </p:cNvCxnSpPr>
            <p:nvPr/>
          </p:nvCxnSpPr>
          <p:spPr bwMode="gray">
            <a:xfrm>
              <a:off x="425450" y="2199208"/>
              <a:ext cx="4924949" cy="0"/>
            </a:xfrm>
            <a:prstGeom prst="line">
              <a:avLst/>
            </a:prstGeom>
            <a:ln w="12700">
              <a:solidFill>
                <a:srgbClr val="143E74"/>
              </a:solidFill>
            </a:ln>
          </p:spPr>
          <p:style>
            <a:lnRef idx="1">
              <a:schemeClr val="accent1"/>
            </a:lnRef>
            <a:fillRef idx="0">
              <a:schemeClr val="accent1"/>
            </a:fillRef>
            <a:effectRef idx="0">
              <a:schemeClr val="accent1"/>
            </a:effectRef>
            <a:fontRef idx="minor">
              <a:schemeClr val="tx1"/>
            </a:fontRef>
          </p:style>
        </p:cxnSp>
        <p:sp>
          <p:nvSpPr>
            <p:cNvPr id="46" name="Textplatzhalter 13">
              <a:extLst>
                <a:ext uri="{FF2B5EF4-FFF2-40B4-BE49-F238E27FC236}">
                  <a16:creationId xmlns:a16="http://schemas.microsoft.com/office/drawing/2014/main" id="{BA97D70C-B065-9EC3-0F77-1D544D9AA7E4}"/>
                </a:ext>
              </a:extLst>
            </p:cNvPr>
            <p:cNvSpPr txBox="1">
              <a:spLocks/>
            </p:cNvSpPr>
            <p:nvPr/>
          </p:nvSpPr>
          <p:spPr bwMode="gray">
            <a:xfrm>
              <a:off x="424164" y="1936932"/>
              <a:ext cx="3125507" cy="262277"/>
            </a:xfrm>
            <a:prstGeom prst="rect">
              <a:avLst/>
            </a:prstGeom>
          </p:spPr>
          <p:txBody>
            <a:bodyPr vert="horz" wrap="square" lIns="0" tIns="0" rIns="0" bIns="72000" rtlCol="0" anchor="b">
              <a:spAutoFit/>
            </a:bodyPr>
            <a:lstStyle>
              <a:defPPr>
                <a:defRPr lang="de-DE"/>
              </a:defPPr>
              <a:lvl1pPr marL="0" indent="0">
                <a:lnSpc>
                  <a:spcPct val="100000"/>
                </a:lnSpc>
                <a:spcBef>
                  <a:spcPts val="400"/>
                </a:spcBef>
                <a:buFont typeface="Arial" pitchFamily="34" charset="0"/>
                <a:buNone/>
                <a:defRPr sz="1300" cap="all">
                  <a:solidFill>
                    <a:schemeClr val="tx2"/>
                  </a:solidFill>
                  <a:latin typeface="+mn-lt"/>
                  <a:ea typeface="Verdana" pitchFamily="34" charset="0"/>
                  <a:cs typeface="Verdana" pitchFamily="34" charset="0"/>
                </a:defRPr>
              </a:lvl1pPr>
              <a:lvl2pPr marL="180975" indent="-180975">
                <a:lnSpc>
                  <a:spcPct val="95000"/>
                </a:lnSpc>
                <a:spcBef>
                  <a:spcPts val="400"/>
                </a:spcBef>
                <a:buFont typeface="Wingdings" pitchFamily="2" charset="2"/>
                <a:buChar char="§"/>
                <a:defRPr sz="1300">
                  <a:latin typeface="+mn-lt"/>
                  <a:ea typeface="Verdana" pitchFamily="34" charset="0"/>
                  <a:cs typeface="Verdana" pitchFamily="34" charset="0"/>
                </a:defRPr>
              </a:lvl2pPr>
              <a:lvl3pPr marL="361950" indent="-180975">
                <a:lnSpc>
                  <a:spcPct val="95000"/>
                </a:lnSpc>
                <a:spcBef>
                  <a:spcPts val="400"/>
                </a:spcBef>
                <a:buFont typeface="Arial" pitchFamily="34" charset="0"/>
                <a:buChar char="̵"/>
                <a:defRPr sz="1300">
                  <a:latin typeface="+mn-lt"/>
                  <a:ea typeface="Verdana" pitchFamily="34" charset="0"/>
                  <a:cs typeface="Verdana" pitchFamily="34" charset="0"/>
                </a:defRPr>
              </a:lvl3pPr>
              <a:lvl4pPr marL="534988" indent="-173038">
                <a:lnSpc>
                  <a:spcPct val="95000"/>
                </a:lnSpc>
                <a:spcBef>
                  <a:spcPts val="400"/>
                </a:spcBef>
                <a:buFont typeface="Arial" pitchFamily="34" charset="0"/>
                <a:buChar char="̵"/>
                <a:defRPr sz="1300">
                  <a:latin typeface="+mn-lt"/>
                  <a:ea typeface="Verdana" pitchFamily="34" charset="0"/>
                  <a:cs typeface="Verdana" pitchFamily="34" charset="0"/>
                </a:defRPr>
              </a:lvl4pPr>
              <a:lvl5pPr marL="715963" indent="-180975">
                <a:lnSpc>
                  <a:spcPct val="95000"/>
                </a:lnSpc>
                <a:spcBef>
                  <a:spcPts val="400"/>
                </a:spcBef>
                <a:buFont typeface="Arial" pitchFamily="34" charset="0"/>
                <a:buChar char="̵"/>
                <a:defRPr sz="1300">
                  <a:latin typeface="+mn-lt"/>
                  <a:ea typeface="Verdana" pitchFamily="34" charset="0"/>
                  <a:cs typeface="Verdana" pitchFamily="34" charset="0"/>
                </a:defRPr>
              </a:lvl5pPr>
              <a:lvl6pPr marL="2514600" indent="-228600">
                <a:spcBef>
                  <a:spcPct val="20000"/>
                </a:spcBef>
                <a:buFont typeface="Arial" pitchFamily="34" charset="0"/>
                <a:buChar char="•"/>
                <a:defRPr sz="2000">
                  <a:latin typeface="+mn-lt"/>
                </a:defRPr>
              </a:lvl6pPr>
              <a:lvl7pPr marL="2971800" indent="-228600">
                <a:spcBef>
                  <a:spcPct val="20000"/>
                </a:spcBef>
                <a:buFont typeface="Arial" pitchFamily="34" charset="0"/>
                <a:buChar char="•"/>
                <a:defRPr sz="2000">
                  <a:latin typeface="+mn-lt"/>
                </a:defRPr>
              </a:lvl7pPr>
              <a:lvl8pPr marL="3429000" indent="-228600">
                <a:spcBef>
                  <a:spcPct val="20000"/>
                </a:spcBef>
                <a:buFont typeface="Arial" pitchFamily="34" charset="0"/>
                <a:buChar char="•"/>
                <a:defRPr sz="2000">
                  <a:latin typeface="+mn-lt"/>
                </a:defRPr>
              </a:lvl8pPr>
              <a:lvl9pPr marL="3886200" indent="-228600">
                <a:spcBef>
                  <a:spcPct val="20000"/>
                </a:spcBef>
                <a:buFont typeface="Arial" pitchFamily="34" charset="0"/>
                <a:buChar char="•"/>
                <a:defRPr sz="2000">
                  <a:latin typeface="+mn-lt"/>
                </a:defRPr>
              </a:lvl9pPr>
            </a:lstStyle>
            <a:p>
              <a:pPr algn="r"/>
              <a:r>
                <a:rPr lang="fr-FR" sz="1800" b="1" cap="none" dirty="0">
                  <a:solidFill>
                    <a:srgbClr val="3A3A3A"/>
                  </a:solidFill>
                  <a:latin typeface="Montserrat" pitchFamily="2" charset="77"/>
                </a:rPr>
                <a:t>2. Temporal </a:t>
              </a:r>
              <a:r>
                <a:rPr lang="fr-FR" sz="1800" b="1" cap="none" dirty="0" err="1">
                  <a:solidFill>
                    <a:srgbClr val="3A3A3A"/>
                  </a:solidFill>
                  <a:latin typeface="Montserrat" pitchFamily="2" charset="77"/>
                </a:rPr>
                <a:t>Blindspot</a:t>
              </a:r>
              <a:endParaRPr lang="fr-FR" sz="1800" b="1" cap="none" dirty="0">
                <a:solidFill>
                  <a:srgbClr val="3A3A3A"/>
                </a:solidFill>
                <a:latin typeface="Montserrat" pitchFamily="2" charset="77"/>
              </a:endParaRPr>
            </a:p>
          </p:txBody>
        </p:sp>
        <p:sp>
          <p:nvSpPr>
            <p:cNvPr id="47" name="Rechteck 170">
              <a:extLst>
                <a:ext uri="{FF2B5EF4-FFF2-40B4-BE49-F238E27FC236}">
                  <a16:creationId xmlns:a16="http://schemas.microsoft.com/office/drawing/2014/main" id="{552C787A-1BAF-4D4E-9BC4-F63044B99AC5}"/>
                </a:ext>
              </a:extLst>
            </p:cNvPr>
            <p:cNvSpPr>
              <a:spLocks/>
            </p:cNvSpPr>
            <p:nvPr/>
          </p:nvSpPr>
          <p:spPr>
            <a:xfrm flipH="1">
              <a:off x="424165" y="2199208"/>
              <a:ext cx="3253414" cy="8288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08000" rIns="0" bIns="72000" numCol="1" spcCol="0" rtlCol="0" fromWordArt="0" anchor="t" anchorCtr="0" forceAA="0" compatLnSpc="1">
              <a:prstTxWarp prst="textNoShape">
                <a:avLst/>
              </a:prstTxWarp>
              <a:spAutoFit/>
            </a:bodyPr>
            <a:lstStyle/>
            <a:p>
              <a:pPr>
                <a:spcAft>
                  <a:spcPts val="600"/>
                </a:spcAft>
                <a:defRPr/>
              </a:pPr>
              <a:r>
                <a:rPr lang="en-GB" sz="1200" b="1" dirty="0">
                  <a:solidFill>
                    <a:srgbClr val="3A3A3A"/>
                  </a:solidFill>
                  <a:latin typeface="Montserrat" pitchFamily="2" charset="77"/>
                </a:rPr>
                <a:t>Limitation</a:t>
              </a:r>
              <a:r>
                <a:rPr lang="en-GB" sz="1200" dirty="0">
                  <a:solidFill>
                    <a:srgbClr val="3A3A3A"/>
                  </a:solidFill>
                  <a:latin typeface="Montserrat" pitchFamily="2" charset="77"/>
                </a:rPr>
                <a:t> : A 2-month dataset prevents true seasonal decomposition (rolling means are only proxies).                              </a:t>
              </a:r>
              <a:r>
                <a:rPr lang="en-GB" sz="1200" b="1" dirty="0">
                  <a:solidFill>
                    <a:srgbClr val="3A3A3A"/>
                  </a:solidFill>
                  <a:latin typeface="Montserrat" pitchFamily="2" charset="77"/>
                </a:rPr>
                <a:t>Next Step</a:t>
              </a:r>
              <a:r>
                <a:rPr lang="en-GB" sz="1200" dirty="0">
                  <a:solidFill>
                    <a:srgbClr val="3A3A3A"/>
                  </a:solidFill>
                  <a:latin typeface="Montserrat" pitchFamily="2" charset="77"/>
                </a:rPr>
                <a:t> : Ingest 12+ months for robust 7d/28d rolling baselines.</a:t>
              </a:r>
              <a:endParaRPr lang="fr-FR" sz="1200" dirty="0">
                <a:solidFill>
                  <a:srgbClr val="3A3A3A"/>
                </a:solidFill>
                <a:latin typeface="Montserrat" pitchFamily="2" charset="77"/>
              </a:endParaRPr>
            </a:p>
          </p:txBody>
        </p:sp>
      </p:grpSp>
      <p:grpSp>
        <p:nvGrpSpPr>
          <p:cNvPr id="48" name="Gruppieren 171">
            <a:extLst>
              <a:ext uri="{FF2B5EF4-FFF2-40B4-BE49-F238E27FC236}">
                <a16:creationId xmlns:a16="http://schemas.microsoft.com/office/drawing/2014/main" id="{62F69BC8-F434-2453-3C1F-75E53B2BD38A}"/>
              </a:ext>
            </a:extLst>
          </p:cNvPr>
          <p:cNvGrpSpPr>
            <a:grpSpLocks/>
          </p:cNvGrpSpPr>
          <p:nvPr/>
        </p:nvGrpSpPr>
        <p:grpSpPr>
          <a:xfrm flipH="1">
            <a:off x="6894308" y="4761933"/>
            <a:ext cx="4942051" cy="1639454"/>
            <a:chOff x="424164" y="1936932"/>
            <a:chExt cx="4926235" cy="1229591"/>
          </a:xfrm>
        </p:grpSpPr>
        <p:cxnSp>
          <p:nvCxnSpPr>
            <p:cNvPr id="49" name="Gerade Verbindung 22">
              <a:extLst>
                <a:ext uri="{FF2B5EF4-FFF2-40B4-BE49-F238E27FC236}">
                  <a16:creationId xmlns:a16="http://schemas.microsoft.com/office/drawing/2014/main" id="{0E6BF1F9-B535-8C20-4530-E5C7A8F1419E}"/>
                </a:ext>
              </a:extLst>
            </p:cNvPr>
            <p:cNvCxnSpPr>
              <a:cxnSpLocks/>
            </p:cNvCxnSpPr>
            <p:nvPr/>
          </p:nvCxnSpPr>
          <p:spPr bwMode="gray">
            <a:xfrm>
              <a:off x="425450" y="2199208"/>
              <a:ext cx="4924949" cy="0"/>
            </a:xfrm>
            <a:prstGeom prst="line">
              <a:avLst/>
            </a:prstGeom>
            <a:ln w="12700">
              <a:solidFill>
                <a:srgbClr val="143E74"/>
              </a:solidFill>
            </a:ln>
          </p:spPr>
          <p:style>
            <a:lnRef idx="1">
              <a:schemeClr val="accent1"/>
            </a:lnRef>
            <a:fillRef idx="0">
              <a:schemeClr val="accent1"/>
            </a:fillRef>
            <a:effectRef idx="0">
              <a:schemeClr val="accent1"/>
            </a:effectRef>
            <a:fontRef idx="minor">
              <a:schemeClr val="tx1"/>
            </a:fontRef>
          </p:style>
        </p:cxnSp>
        <p:sp>
          <p:nvSpPr>
            <p:cNvPr id="50" name="Textplatzhalter 13">
              <a:extLst>
                <a:ext uri="{FF2B5EF4-FFF2-40B4-BE49-F238E27FC236}">
                  <a16:creationId xmlns:a16="http://schemas.microsoft.com/office/drawing/2014/main" id="{97A9EEA9-AC19-419B-A690-44785AABE348}"/>
                </a:ext>
              </a:extLst>
            </p:cNvPr>
            <p:cNvSpPr txBox="1">
              <a:spLocks/>
            </p:cNvSpPr>
            <p:nvPr/>
          </p:nvSpPr>
          <p:spPr bwMode="gray">
            <a:xfrm>
              <a:off x="424164" y="1936932"/>
              <a:ext cx="3125507" cy="262277"/>
            </a:xfrm>
            <a:prstGeom prst="rect">
              <a:avLst/>
            </a:prstGeom>
          </p:spPr>
          <p:txBody>
            <a:bodyPr vert="horz" wrap="square" lIns="0" tIns="0" rIns="0" bIns="72000" rtlCol="0" anchor="b">
              <a:spAutoFit/>
            </a:bodyPr>
            <a:lstStyle>
              <a:defPPr>
                <a:defRPr lang="de-DE"/>
              </a:defPPr>
              <a:lvl1pPr marL="0" indent="0">
                <a:lnSpc>
                  <a:spcPct val="100000"/>
                </a:lnSpc>
                <a:spcBef>
                  <a:spcPts val="400"/>
                </a:spcBef>
                <a:buFont typeface="Arial" pitchFamily="34" charset="0"/>
                <a:buNone/>
                <a:defRPr sz="1300" cap="all">
                  <a:solidFill>
                    <a:schemeClr val="tx2"/>
                  </a:solidFill>
                  <a:latin typeface="+mn-lt"/>
                  <a:ea typeface="Verdana" pitchFamily="34" charset="0"/>
                  <a:cs typeface="Verdana" pitchFamily="34" charset="0"/>
                </a:defRPr>
              </a:lvl1pPr>
              <a:lvl2pPr marL="180975" indent="-180975">
                <a:lnSpc>
                  <a:spcPct val="95000"/>
                </a:lnSpc>
                <a:spcBef>
                  <a:spcPts val="400"/>
                </a:spcBef>
                <a:buFont typeface="Wingdings" pitchFamily="2" charset="2"/>
                <a:buChar char="§"/>
                <a:defRPr sz="1300">
                  <a:latin typeface="+mn-lt"/>
                  <a:ea typeface="Verdana" pitchFamily="34" charset="0"/>
                  <a:cs typeface="Verdana" pitchFamily="34" charset="0"/>
                </a:defRPr>
              </a:lvl2pPr>
              <a:lvl3pPr marL="361950" indent="-180975">
                <a:lnSpc>
                  <a:spcPct val="95000"/>
                </a:lnSpc>
                <a:spcBef>
                  <a:spcPts val="400"/>
                </a:spcBef>
                <a:buFont typeface="Arial" pitchFamily="34" charset="0"/>
                <a:buChar char="̵"/>
                <a:defRPr sz="1300">
                  <a:latin typeface="+mn-lt"/>
                  <a:ea typeface="Verdana" pitchFamily="34" charset="0"/>
                  <a:cs typeface="Verdana" pitchFamily="34" charset="0"/>
                </a:defRPr>
              </a:lvl3pPr>
              <a:lvl4pPr marL="534988" indent="-173038">
                <a:lnSpc>
                  <a:spcPct val="95000"/>
                </a:lnSpc>
                <a:spcBef>
                  <a:spcPts val="400"/>
                </a:spcBef>
                <a:buFont typeface="Arial" pitchFamily="34" charset="0"/>
                <a:buChar char="̵"/>
                <a:defRPr sz="1300">
                  <a:latin typeface="+mn-lt"/>
                  <a:ea typeface="Verdana" pitchFamily="34" charset="0"/>
                  <a:cs typeface="Verdana" pitchFamily="34" charset="0"/>
                </a:defRPr>
              </a:lvl4pPr>
              <a:lvl5pPr marL="715963" indent="-180975">
                <a:lnSpc>
                  <a:spcPct val="95000"/>
                </a:lnSpc>
                <a:spcBef>
                  <a:spcPts val="400"/>
                </a:spcBef>
                <a:buFont typeface="Arial" pitchFamily="34" charset="0"/>
                <a:buChar char="̵"/>
                <a:defRPr sz="1300">
                  <a:latin typeface="+mn-lt"/>
                  <a:ea typeface="Verdana" pitchFamily="34" charset="0"/>
                  <a:cs typeface="Verdana" pitchFamily="34" charset="0"/>
                </a:defRPr>
              </a:lvl5pPr>
              <a:lvl6pPr marL="2514600" indent="-228600">
                <a:spcBef>
                  <a:spcPct val="20000"/>
                </a:spcBef>
                <a:buFont typeface="Arial" pitchFamily="34" charset="0"/>
                <a:buChar char="•"/>
                <a:defRPr sz="2000">
                  <a:latin typeface="+mn-lt"/>
                </a:defRPr>
              </a:lvl6pPr>
              <a:lvl7pPr marL="2971800" indent="-228600">
                <a:spcBef>
                  <a:spcPct val="20000"/>
                </a:spcBef>
                <a:buFont typeface="Arial" pitchFamily="34" charset="0"/>
                <a:buChar char="•"/>
                <a:defRPr sz="2000">
                  <a:latin typeface="+mn-lt"/>
                </a:defRPr>
              </a:lvl7pPr>
              <a:lvl8pPr marL="3429000" indent="-228600">
                <a:spcBef>
                  <a:spcPct val="20000"/>
                </a:spcBef>
                <a:buFont typeface="Arial" pitchFamily="34" charset="0"/>
                <a:buChar char="•"/>
                <a:defRPr sz="2000">
                  <a:latin typeface="+mn-lt"/>
                </a:defRPr>
              </a:lvl8pPr>
              <a:lvl9pPr marL="3886200" indent="-228600">
                <a:spcBef>
                  <a:spcPct val="20000"/>
                </a:spcBef>
                <a:buFont typeface="Arial" pitchFamily="34" charset="0"/>
                <a:buChar char="•"/>
                <a:defRPr sz="2000">
                  <a:latin typeface="+mn-lt"/>
                </a:defRPr>
              </a:lvl9pPr>
            </a:lstStyle>
            <a:p>
              <a:pPr algn="r"/>
              <a:r>
                <a:rPr lang="fr-FR" sz="1800" b="1" cap="none" dirty="0">
                  <a:solidFill>
                    <a:srgbClr val="3A3A3A"/>
                  </a:solidFill>
                  <a:latin typeface="Montserrat" pitchFamily="2" charset="77"/>
                </a:rPr>
                <a:t>3. </a:t>
              </a:r>
              <a:r>
                <a:rPr lang="fr-FR" sz="1800" b="1" cap="none" dirty="0" err="1">
                  <a:solidFill>
                    <a:srgbClr val="3A3A3A"/>
                  </a:solidFill>
                  <a:latin typeface="Montserrat" pitchFamily="2" charset="77"/>
                </a:rPr>
                <a:t>Feature</a:t>
              </a:r>
              <a:r>
                <a:rPr lang="fr-FR" sz="1800" b="1" cap="none" dirty="0">
                  <a:solidFill>
                    <a:srgbClr val="3A3A3A"/>
                  </a:solidFill>
                  <a:latin typeface="Montserrat" pitchFamily="2" charset="77"/>
                </a:rPr>
                <a:t> </a:t>
              </a:r>
              <a:r>
                <a:rPr lang="fr-FR" sz="1800" b="1" cap="none" dirty="0" err="1">
                  <a:solidFill>
                    <a:srgbClr val="3A3A3A"/>
                  </a:solidFill>
                  <a:latin typeface="Montserrat" pitchFamily="2" charset="77"/>
                </a:rPr>
                <a:t>Instability</a:t>
              </a:r>
              <a:endParaRPr lang="fr-FR" sz="1800" b="1" cap="none" dirty="0">
                <a:solidFill>
                  <a:srgbClr val="3A3A3A"/>
                </a:solidFill>
                <a:latin typeface="Montserrat" pitchFamily="2" charset="77"/>
              </a:endParaRPr>
            </a:p>
          </p:txBody>
        </p:sp>
        <p:sp>
          <p:nvSpPr>
            <p:cNvPr id="51" name="Rechteck 174">
              <a:extLst>
                <a:ext uri="{FF2B5EF4-FFF2-40B4-BE49-F238E27FC236}">
                  <a16:creationId xmlns:a16="http://schemas.microsoft.com/office/drawing/2014/main" id="{84C21D7B-D4AD-66CB-7D09-013A18EB2F6B}"/>
                </a:ext>
              </a:extLst>
            </p:cNvPr>
            <p:cNvSpPr>
              <a:spLocks/>
            </p:cNvSpPr>
            <p:nvPr/>
          </p:nvSpPr>
          <p:spPr>
            <a:xfrm flipH="1">
              <a:off x="424164" y="2199208"/>
              <a:ext cx="3399740" cy="96731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08000" rIns="0" bIns="72000" numCol="1" spcCol="0" rtlCol="0" fromWordArt="0" anchor="t" anchorCtr="0" forceAA="0" compatLnSpc="1">
              <a:prstTxWarp prst="textNoShape">
                <a:avLst/>
              </a:prstTxWarp>
              <a:spAutoFit/>
            </a:bodyPr>
            <a:lstStyle/>
            <a:p>
              <a:pPr>
                <a:spcAft>
                  <a:spcPts val="600"/>
                </a:spcAft>
                <a:defRPr/>
              </a:pPr>
              <a:r>
                <a:rPr lang="en-GB" sz="1200" b="1" dirty="0">
                  <a:solidFill>
                    <a:srgbClr val="3A3A3A"/>
                  </a:solidFill>
                  <a:latin typeface="Montserrat" pitchFamily="2" charset="77"/>
                </a:rPr>
                <a:t>Risk</a:t>
              </a:r>
              <a:r>
                <a:rPr lang="en-GB" sz="1200" dirty="0">
                  <a:solidFill>
                    <a:srgbClr val="3A3A3A"/>
                  </a:solidFill>
                  <a:latin typeface="Montserrat" pitchFamily="2" charset="77"/>
                </a:rPr>
                <a:t> : Auto-detected categorical features (top nationalities, documents) will shift unpredictably with new data.                                  </a:t>
              </a:r>
              <a:r>
                <a:rPr lang="en-GB" sz="1200" b="1" dirty="0">
                  <a:solidFill>
                    <a:srgbClr val="3A3A3A"/>
                  </a:solidFill>
                  <a:latin typeface="Montserrat" pitchFamily="2" charset="77"/>
                </a:rPr>
                <a:t>Mitigation</a:t>
              </a:r>
              <a:r>
                <a:rPr lang="en-GB" sz="1200" dirty="0">
                  <a:solidFill>
                    <a:srgbClr val="3A3A3A"/>
                  </a:solidFill>
                  <a:latin typeface="Montserrat" pitchFamily="2" charset="77"/>
                </a:rPr>
                <a:t> : Freeze and version segmentation features per model release to guarantee scoring consistency.</a:t>
              </a:r>
              <a:endParaRPr lang="fr-FR" sz="1200" dirty="0">
                <a:solidFill>
                  <a:srgbClr val="3A3A3A"/>
                </a:solidFill>
                <a:latin typeface="Montserrat" pitchFamily="2" charset="77"/>
              </a:endParaRPr>
            </a:p>
          </p:txBody>
        </p:sp>
      </p:grpSp>
      <p:grpSp>
        <p:nvGrpSpPr>
          <p:cNvPr id="52" name="Gruppieren 154">
            <a:extLst>
              <a:ext uri="{FF2B5EF4-FFF2-40B4-BE49-F238E27FC236}">
                <a16:creationId xmlns:a16="http://schemas.microsoft.com/office/drawing/2014/main" id="{FC1C8B79-A13C-4A80-B7E6-C617141B3D1F}"/>
              </a:ext>
            </a:extLst>
          </p:cNvPr>
          <p:cNvGrpSpPr>
            <a:grpSpLocks/>
          </p:cNvGrpSpPr>
          <p:nvPr/>
        </p:nvGrpSpPr>
        <p:grpSpPr>
          <a:xfrm>
            <a:off x="423816" y="1737940"/>
            <a:ext cx="4942057" cy="1454791"/>
            <a:chOff x="424162" y="1936932"/>
            <a:chExt cx="4926237" cy="1091094"/>
          </a:xfrm>
        </p:grpSpPr>
        <p:cxnSp>
          <p:nvCxnSpPr>
            <p:cNvPr id="53" name="Gerade Verbindung 22">
              <a:extLst>
                <a:ext uri="{FF2B5EF4-FFF2-40B4-BE49-F238E27FC236}">
                  <a16:creationId xmlns:a16="http://schemas.microsoft.com/office/drawing/2014/main" id="{D720F150-07E7-FD64-D55D-1FA0526FD7FD}"/>
                </a:ext>
              </a:extLst>
            </p:cNvPr>
            <p:cNvCxnSpPr>
              <a:cxnSpLocks/>
            </p:cNvCxnSpPr>
            <p:nvPr/>
          </p:nvCxnSpPr>
          <p:spPr bwMode="gray">
            <a:xfrm>
              <a:off x="425450" y="2199208"/>
              <a:ext cx="4924949" cy="0"/>
            </a:xfrm>
            <a:prstGeom prst="line">
              <a:avLst/>
            </a:prstGeom>
            <a:ln w="12700">
              <a:solidFill>
                <a:srgbClr val="143E74"/>
              </a:solidFill>
            </a:ln>
          </p:spPr>
          <p:style>
            <a:lnRef idx="1">
              <a:schemeClr val="accent1"/>
            </a:lnRef>
            <a:fillRef idx="0">
              <a:schemeClr val="accent1"/>
            </a:fillRef>
            <a:effectRef idx="0">
              <a:schemeClr val="accent1"/>
            </a:effectRef>
            <a:fontRef idx="minor">
              <a:schemeClr val="tx1"/>
            </a:fontRef>
          </p:style>
        </p:cxnSp>
        <p:sp>
          <p:nvSpPr>
            <p:cNvPr id="54" name="Textplatzhalter 13">
              <a:extLst>
                <a:ext uri="{FF2B5EF4-FFF2-40B4-BE49-F238E27FC236}">
                  <a16:creationId xmlns:a16="http://schemas.microsoft.com/office/drawing/2014/main" id="{12480E3E-FE9B-3F3C-196E-BD4DFE8939D8}"/>
                </a:ext>
              </a:extLst>
            </p:cNvPr>
            <p:cNvSpPr txBox="1">
              <a:spLocks/>
            </p:cNvSpPr>
            <p:nvPr/>
          </p:nvSpPr>
          <p:spPr bwMode="gray">
            <a:xfrm>
              <a:off x="424164" y="1936932"/>
              <a:ext cx="3125507" cy="262277"/>
            </a:xfrm>
            <a:prstGeom prst="rect">
              <a:avLst/>
            </a:prstGeom>
          </p:spPr>
          <p:txBody>
            <a:bodyPr vert="horz" wrap="square" lIns="0" tIns="0" rIns="0" bIns="72000" rtlCol="0" anchor="b">
              <a:spAutoFit/>
            </a:bodyPr>
            <a:lstStyle>
              <a:defPPr>
                <a:defRPr lang="de-DE"/>
              </a:defPPr>
              <a:lvl1pPr marL="0" indent="0">
                <a:lnSpc>
                  <a:spcPct val="100000"/>
                </a:lnSpc>
                <a:spcBef>
                  <a:spcPts val="400"/>
                </a:spcBef>
                <a:buFont typeface="Arial" pitchFamily="34" charset="0"/>
                <a:buNone/>
                <a:defRPr sz="1300" cap="all">
                  <a:solidFill>
                    <a:schemeClr val="tx2"/>
                  </a:solidFill>
                  <a:latin typeface="+mn-lt"/>
                  <a:ea typeface="Verdana" pitchFamily="34" charset="0"/>
                  <a:cs typeface="Verdana" pitchFamily="34" charset="0"/>
                </a:defRPr>
              </a:lvl1pPr>
              <a:lvl2pPr marL="180975" indent="-180975">
                <a:lnSpc>
                  <a:spcPct val="95000"/>
                </a:lnSpc>
                <a:spcBef>
                  <a:spcPts val="400"/>
                </a:spcBef>
                <a:buFont typeface="Wingdings" pitchFamily="2" charset="2"/>
                <a:buChar char="§"/>
                <a:defRPr sz="1300">
                  <a:latin typeface="+mn-lt"/>
                  <a:ea typeface="Verdana" pitchFamily="34" charset="0"/>
                  <a:cs typeface="Verdana" pitchFamily="34" charset="0"/>
                </a:defRPr>
              </a:lvl2pPr>
              <a:lvl3pPr marL="361950" indent="-180975">
                <a:lnSpc>
                  <a:spcPct val="95000"/>
                </a:lnSpc>
                <a:spcBef>
                  <a:spcPts val="400"/>
                </a:spcBef>
                <a:buFont typeface="Arial" pitchFamily="34" charset="0"/>
                <a:buChar char="̵"/>
                <a:defRPr sz="1300">
                  <a:latin typeface="+mn-lt"/>
                  <a:ea typeface="Verdana" pitchFamily="34" charset="0"/>
                  <a:cs typeface="Verdana" pitchFamily="34" charset="0"/>
                </a:defRPr>
              </a:lvl3pPr>
              <a:lvl4pPr marL="534988" indent="-173038">
                <a:lnSpc>
                  <a:spcPct val="95000"/>
                </a:lnSpc>
                <a:spcBef>
                  <a:spcPts val="400"/>
                </a:spcBef>
                <a:buFont typeface="Arial" pitchFamily="34" charset="0"/>
                <a:buChar char="̵"/>
                <a:defRPr sz="1300">
                  <a:latin typeface="+mn-lt"/>
                  <a:ea typeface="Verdana" pitchFamily="34" charset="0"/>
                  <a:cs typeface="Verdana" pitchFamily="34" charset="0"/>
                </a:defRPr>
              </a:lvl4pPr>
              <a:lvl5pPr marL="715963" indent="-180975">
                <a:lnSpc>
                  <a:spcPct val="95000"/>
                </a:lnSpc>
                <a:spcBef>
                  <a:spcPts val="400"/>
                </a:spcBef>
                <a:buFont typeface="Arial" pitchFamily="34" charset="0"/>
                <a:buChar char="̵"/>
                <a:defRPr sz="1300">
                  <a:latin typeface="+mn-lt"/>
                  <a:ea typeface="Verdana" pitchFamily="34" charset="0"/>
                  <a:cs typeface="Verdana" pitchFamily="34" charset="0"/>
                </a:defRPr>
              </a:lvl5pPr>
              <a:lvl6pPr marL="2514600" indent="-228600">
                <a:spcBef>
                  <a:spcPct val="20000"/>
                </a:spcBef>
                <a:buFont typeface="Arial" pitchFamily="34" charset="0"/>
                <a:buChar char="•"/>
                <a:defRPr sz="2000">
                  <a:latin typeface="+mn-lt"/>
                </a:defRPr>
              </a:lvl6pPr>
              <a:lvl7pPr marL="2971800" indent="-228600">
                <a:spcBef>
                  <a:spcPct val="20000"/>
                </a:spcBef>
                <a:buFont typeface="Arial" pitchFamily="34" charset="0"/>
                <a:buChar char="•"/>
                <a:defRPr sz="2000">
                  <a:latin typeface="+mn-lt"/>
                </a:defRPr>
              </a:lvl7pPr>
              <a:lvl8pPr marL="3429000" indent="-228600">
                <a:spcBef>
                  <a:spcPct val="20000"/>
                </a:spcBef>
                <a:buFont typeface="Arial" pitchFamily="34" charset="0"/>
                <a:buChar char="•"/>
                <a:defRPr sz="2000">
                  <a:latin typeface="+mn-lt"/>
                </a:defRPr>
              </a:lvl8pPr>
              <a:lvl9pPr marL="3886200" indent="-228600">
                <a:spcBef>
                  <a:spcPct val="20000"/>
                </a:spcBef>
                <a:buFont typeface="Arial" pitchFamily="34" charset="0"/>
                <a:buChar char="•"/>
                <a:defRPr sz="2000">
                  <a:latin typeface="+mn-lt"/>
                </a:defRPr>
              </a:lvl9pPr>
            </a:lstStyle>
            <a:p>
              <a:r>
                <a:rPr lang="fr-FR" sz="1800" b="1" cap="none" dirty="0">
                  <a:solidFill>
                    <a:srgbClr val="3A3A3A"/>
                  </a:solidFill>
                  <a:latin typeface="Montserrat" pitchFamily="2" charset="77"/>
                </a:rPr>
                <a:t>6. </a:t>
              </a:r>
              <a:r>
                <a:rPr lang="fr-FR" sz="1800" b="1" cap="none" dirty="0" err="1">
                  <a:solidFill>
                    <a:srgbClr val="3A3A3A"/>
                  </a:solidFill>
                  <a:latin typeface="Montserrat" pitchFamily="2" charset="77"/>
                </a:rPr>
                <a:t>Static</a:t>
              </a:r>
              <a:r>
                <a:rPr lang="fr-FR" sz="1800" b="1" cap="none" dirty="0">
                  <a:solidFill>
                    <a:srgbClr val="3A3A3A"/>
                  </a:solidFill>
                  <a:latin typeface="Montserrat" pitchFamily="2" charset="77"/>
                </a:rPr>
                <a:t> Learning Loop</a:t>
              </a:r>
            </a:p>
          </p:txBody>
        </p:sp>
        <p:sp>
          <p:nvSpPr>
            <p:cNvPr id="55" name="Rechteck 153">
              <a:extLst>
                <a:ext uri="{FF2B5EF4-FFF2-40B4-BE49-F238E27FC236}">
                  <a16:creationId xmlns:a16="http://schemas.microsoft.com/office/drawing/2014/main" id="{BF16B280-5C7B-C351-20D5-7F3098C6CBAF}"/>
                </a:ext>
              </a:extLst>
            </p:cNvPr>
            <p:cNvSpPr>
              <a:spLocks/>
            </p:cNvSpPr>
            <p:nvPr/>
          </p:nvSpPr>
          <p:spPr>
            <a:xfrm flipH="1">
              <a:off x="424162" y="2199209"/>
              <a:ext cx="3588021" cy="828817"/>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08000" rIns="0" bIns="72000" numCol="1" spcCol="0" rtlCol="0" fromWordArt="0" anchor="t" anchorCtr="0" forceAA="0" compatLnSpc="1">
              <a:prstTxWarp prst="textNoShape">
                <a:avLst/>
              </a:prstTxWarp>
              <a:spAutoFit/>
            </a:bodyPr>
            <a:lstStyle/>
            <a:p>
              <a:pPr>
                <a:spcAft>
                  <a:spcPts val="600"/>
                </a:spcAft>
                <a:defRPr/>
              </a:pPr>
              <a:r>
                <a:rPr lang="fr-FR" sz="1200" b="1" dirty="0">
                  <a:solidFill>
                    <a:srgbClr val="3A3A3A"/>
                  </a:solidFill>
                  <a:latin typeface="Montserrat" pitchFamily="2" charset="77"/>
                </a:rPr>
                <a:t>Risk </a:t>
              </a:r>
              <a:r>
                <a:rPr lang="fr-FR" sz="1200" dirty="0">
                  <a:solidFill>
                    <a:srgbClr val="3A3A3A"/>
                  </a:solidFill>
                  <a:latin typeface="Montserrat" pitchFamily="2" charset="77"/>
                </a:rPr>
                <a:t>:</a:t>
              </a:r>
              <a:r>
                <a:rPr lang="fr-FR" sz="1200" b="1" dirty="0">
                  <a:solidFill>
                    <a:srgbClr val="3A3A3A"/>
                  </a:solidFill>
                  <a:latin typeface="Montserrat" pitchFamily="2" charset="77"/>
                </a:rPr>
                <a:t> </a:t>
              </a:r>
              <a:r>
                <a:rPr lang="en-GB" sz="1200" dirty="0">
                  <a:solidFill>
                    <a:srgbClr val="3A3A3A"/>
                  </a:solidFill>
                  <a:latin typeface="Montserrat" pitchFamily="2" charset="77"/>
                </a:rPr>
                <a:t>The system does not currently learn from human triage (e.g., confirmed false positives). </a:t>
              </a:r>
              <a:r>
                <a:rPr lang="en-GB" sz="1200" b="1" dirty="0">
                  <a:solidFill>
                    <a:srgbClr val="3A3A3A"/>
                  </a:solidFill>
                  <a:latin typeface="Montserrat" pitchFamily="2" charset="77"/>
                </a:rPr>
                <a:t>Mitigation </a:t>
              </a:r>
              <a:r>
                <a:rPr lang="en-GB" sz="1200" dirty="0">
                  <a:solidFill>
                    <a:srgbClr val="3A3A3A"/>
                  </a:solidFill>
                  <a:latin typeface="Montserrat" pitchFamily="2" charset="77"/>
                </a:rPr>
                <a:t>:</a:t>
              </a:r>
              <a:r>
                <a:rPr lang="en-GB" sz="1200" b="1" dirty="0">
                  <a:solidFill>
                    <a:srgbClr val="3A3A3A"/>
                  </a:solidFill>
                  <a:latin typeface="Montserrat" pitchFamily="2" charset="77"/>
                </a:rPr>
                <a:t> </a:t>
              </a:r>
              <a:r>
                <a:rPr lang="en-GB" sz="1200" dirty="0">
                  <a:solidFill>
                    <a:srgbClr val="3A3A3A"/>
                  </a:solidFill>
                  <a:latin typeface="Montserrat" pitchFamily="2" charset="77"/>
                </a:rPr>
                <a:t>Build a "Feedback Agent" to dynamically ingest operator decisions back into the priority weights.</a:t>
              </a:r>
              <a:endParaRPr lang="fr-FR" sz="1200" dirty="0">
                <a:solidFill>
                  <a:srgbClr val="3A3A3A"/>
                </a:solidFill>
                <a:latin typeface="Montserrat" pitchFamily="2" charset="77"/>
              </a:endParaRPr>
            </a:p>
          </p:txBody>
        </p:sp>
      </p:grpSp>
      <p:grpSp>
        <p:nvGrpSpPr>
          <p:cNvPr id="56" name="Gruppieren 155">
            <a:extLst>
              <a:ext uri="{FF2B5EF4-FFF2-40B4-BE49-F238E27FC236}">
                <a16:creationId xmlns:a16="http://schemas.microsoft.com/office/drawing/2014/main" id="{489D95B9-9B65-70C2-F690-ABA8E8B56D99}"/>
              </a:ext>
            </a:extLst>
          </p:cNvPr>
          <p:cNvGrpSpPr>
            <a:grpSpLocks/>
          </p:cNvGrpSpPr>
          <p:nvPr/>
        </p:nvGrpSpPr>
        <p:grpSpPr>
          <a:xfrm>
            <a:off x="423816" y="3297335"/>
            <a:ext cx="4940761" cy="1415406"/>
            <a:chOff x="424157" y="1936932"/>
            <a:chExt cx="4924949" cy="1061554"/>
          </a:xfrm>
        </p:grpSpPr>
        <p:cxnSp>
          <p:nvCxnSpPr>
            <p:cNvPr id="57" name="Gerade Verbindung 22">
              <a:extLst>
                <a:ext uri="{FF2B5EF4-FFF2-40B4-BE49-F238E27FC236}">
                  <a16:creationId xmlns:a16="http://schemas.microsoft.com/office/drawing/2014/main" id="{65D19EAA-03AC-84CF-500C-44BA09316EB4}"/>
                </a:ext>
              </a:extLst>
            </p:cNvPr>
            <p:cNvCxnSpPr>
              <a:cxnSpLocks/>
            </p:cNvCxnSpPr>
            <p:nvPr/>
          </p:nvCxnSpPr>
          <p:spPr bwMode="gray">
            <a:xfrm>
              <a:off x="424157" y="2173491"/>
              <a:ext cx="4924949" cy="0"/>
            </a:xfrm>
            <a:prstGeom prst="line">
              <a:avLst/>
            </a:prstGeom>
            <a:ln w="12700">
              <a:solidFill>
                <a:srgbClr val="143E74"/>
              </a:solidFill>
            </a:ln>
          </p:spPr>
          <p:style>
            <a:lnRef idx="1">
              <a:schemeClr val="accent1"/>
            </a:lnRef>
            <a:fillRef idx="0">
              <a:schemeClr val="accent1"/>
            </a:fillRef>
            <a:effectRef idx="0">
              <a:schemeClr val="accent1"/>
            </a:effectRef>
            <a:fontRef idx="minor">
              <a:schemeClr val="tx1"/>
            </a:fontRef>
          </p:style>
        </p:cxnSp>
        <p:sp>
          <p:nvSpPr>
            <p:cNvPr id="58" name="Textplatzhalter 13">
              <a:extLst>
                <a:ext uri="{FF2B5EF4-FFF2-40B4-BE49-F238E27FC236}">
                  <a16:creationId xmlns:a16="http://schemas.microsoft.com/office/drawing/2014/main" id="{CBFAE5BB-DD17-0999-5A3C-988658FD93A8}"/>
                </a:ext>
              </a:extLst>
            </p:cNvPr>
            <p:cNvSpPr txBox="1">
              <a:spLocks/>
            </p:cNvSpPr>
            <p:nvPr/>
          </p:nvSpPr>
          <p:spPr bwMode="gray">
            <a:xfrm>
              <a:off x="424164" y="1936932"/>
              <a:ext cx="3125507" cy="262277"/>
            </a:xfrm>
            <a:prstGeom prst="rect">
              <a:avLst/>
            </a:prstGeom>
          </p:spPr>
          <p:txBody>
            <a:bodyPr vert="horz" wrap="square" lIns="0" tIns="0" rIns="0" bIns="72000" rtlCol="0" anchor="b">
              <a:spAutoFit/>
            </a:bodyPr>
            <a:lstStyle>
              <a:defPPr>
                <a:defRPr lang="de-DE"/>
              </a:defPPr>
              <a:lvl1pPr marL="0" indent="0">
                <a:lnSpc>
                  <a:spcPct val="100000"/>
                </a:lnSpc>
                <a:spcBef>
                  <a:spcPts val="400"/>
                </a:spcBef>
                <a:buFont typeface="Arial" pitchFamily="34" charset="0"/>
                <a:buNone/>
                <a:defRPr sz="1300" cap="all">
                  <a:solidFill>
                    <a:schemeClr val="tx2"/>
                  </a:solidFill>
                  <a:latin typeface="+mn-lt"/>
                  <a:ea typeface="Verdana" pitchFamily="34" charset="0"/>
                  <a:cs typeface="Verdana" pitchFamily="34" charset="0"/>
                </a:defRPr>
              </a:lvl1pPr>
              <a:lvl2pPr marL="180975" indent="-180975">
                <a:lnSpc>
                  <a:spcPct val="95000"/>
                </a:lnSpc>
                <a:spcBef>
                  <a:spcPts val="400"/>
                </a:spcBef>
                <a:buFont typeface="Wingdings" pitchFamily="2" charset="2"/>
                <a:buChar char="§"/>
                <a:defRPr sz="1300">
                  <a:latin typeface="+mn-lt"/>
                  <a:ea typeface="Verdana" pitchFamily="34" charset="0"/>
                  <a:cs typeface="Verdana" pitchFamily="34" charset="0"/>
                </a:defRPr>
              </a:lvl2pPr>
              <a:lvl3pPr marL="361950" indent="-180975">
                <a:lnSpc>
                  <a:spcPct val="95000"/>
                </a:lnSpc>
                <a:spcBef>
                  <a:spcPts val="400"/>
                </a:spcBef>
                <a:buFont typeface="Arial" pitchFamily="34" charset="0"/>
                <a:buChar char="̵"/>
                <a:defRPr sz="1300">
                  <a:latin typeface="+mn-lt"/>
                  <a:ea typeface="Verdana" pitchFamily="34" charset="0"/>
                  <a:cs typeface="Verdana" pitchFamily="34" charset="0"/>
                </a:defRPr>
              </a:lvl3pPr>
              <a:lvl4pPr marL="534988" indent="-173038">
                <a:lnSpc>
                  <a:spcPct val="95000"/>
                </a:lnSpc>
                <a:spcBef>
                  <a:spcPts val="400"/>
                </a:spcBef>
                <a:buFont typeface="Arial" pitchFamily="34" charset="0"/>
                <a:buChar char="̵"/>
                <a:defRPr sz="1300">
                  <a:latin typeface="+mn-lt"/>
                  <a:ea typeface="Verdana" pitchFamily="34" charset="0"/>
                  <a:cs typeface="Verdana" pitchFamily="34" charset="0"/>
                </a:defRPr>
              </a:lvl4pPr>
              <a:lvl5pPr marL="715963" indent="-180975">
                <a:lnSpc>
                  <a:spcPct val="95000"/>
                </a:lnSpc>
                <a:spcBef>
                  <a:spcPts val="400"/>
                </a:spcBef>
                <a:buFont typeface="Arial" pitchFamily="34" charset="0"/>
                <a:buChar char="̵"/>
                <a:defRPr sz="1300">
                  <a:latin typeface="+mn-lt"/>
                  <a:ea typeface="Verdana" pitchFamily="34" charset="0"/>
                  <a:cs typeface="Verdana" pitchFamily="34" charset="0"/>
                </a:defRPr>
              </a:lvl5pPr>
              <a:lvl6pPr marL="2514600" indent="-228600">
                <a:spcBef>
                  <a:spcPct val="20000"/>
                </a:spcBef>
                <a:buFont typeface="Arial" pitchFamily="34" charset="0"/>
                <a:buChar char="•"/>
                <a:defRPr sz="2000">
                  <a:latin typeface="+mn-lt"/>
                </a:defRPr>
              </a:lvl6pPr>
              <a:lvl7pPr marL="2971800" indent="-228600">
                <a:spcBef>
                  <a:spcPct val="20000"/>
                </a:spcBef>
                <a:buFont typeface="Arial" pitchFamily="34" charset="0"/>
                <a:buChar char="•"/>
                <a:defRPr sz="2000">
                  <a:latin typeface="+mn-lt"/>
                </a:defRPr>
              </a:lvl7pPr>
              <a:lvl8pPr marL="3429000" indent="-228600">
                <a:spcBef>
                  <a:spcPct val="20000"/>
                </a:spcBef>
                <a:buFont typeface="Arial" pitchFamily="34" charset="0"/>
                <a:buChar char="•"/>
                <a:defRPr sz="2000">
                  <a:latin typeface="+mn-lt"/>
                </a:defRPr>
              </a:lvl8pPr>
              <a:lvl9pPr marL="3886200" indent="-228600">
                <a:spcBef>
                  <a:spcPct val="20000"/>
                </a:spcBef>
                <a:buFont typeface="Arial" pitchFamily="34" charset="0"/>
                <a:buChar char="•"/>
                <a:defRPr sz="2000">
                  <a:latin typeface="+mn-lt"/>
                </a:defRPr>
              </a:lvl9pPr>
            </a:lstStyle>
            <a:p>
              <a:r>
                <a:rPr lang="fr-FR" sz="1800" b="1" cap="none" dirty="0">
                  <a:solidFill>
                    <a:srgbClr val="3A3A3A"/>
                  </a:solidFill>
                  <a:latin typeface="Montserrat" pitchFamily="2" charset="77"/>
                </a:rPr>
                <a:t>5. Missing Spatial </a:t>
              </a:r>
              <a:r>
                <a:rPr lang="fr-FR" sz="1800" b="1" cap="none" dirty="0" err="1">
                  <a:solidFill>
                    <a:srgbClr val="3A3A3A"/>
                  </a:solidFill>
                  <a:latin typeface="Montserrat" pitchFamily="2" charset="77"/>
                </a:rPr>
                <a:t>Context</a:t>
              </a:r>
              <a:endParaRPr lang="fr-FR" sz="1800" b="1" cap="none" dirty="0">
                <a:solidFill>
                  <a:srgbClr val="3A3A3A"/>
                </a:solidFill>
                <a:latin typeface="Montserrat" pitchFamily="2" charset="77"/>
              </a:endParaRPr>
            </a:p>
          </p:txBody>
        </p:sp>
        <p:sp>
          <p:nvSpPr>
            <p:cNvPr id="59" name="Rechteck 158">
              <a:extLst>
                <a:ext uri="{FF2B5EF4-FFF2-40B4-BE49-F238E27FC236}">
                  <a16:creationId xmlns:a16="http://schemas.microsoft.com/office/drawing/2014/main" id="{7682EA19-28AF-E9A3-B8A6-FDA1D606FFAB}"/>
                </a:ext>
              </a:extLst>
            </p:cNvPr>
            <p:cNvSpPr>
              <a:spLocks/>
            </p:cNvSpPr>
            <p:nvPr/>
          </p:nvSpPr>
          <p:spPr>
            <a:xfrm flipH="1">
              <a:off x="424157" y="2585169"/>
              <a:ext cx="3793100" cy="413317"/>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08000" rIns="0" bIns="72000" numCol="1" spcCol="0" rtlCol="0" fromWordArt="0" anchor="t" anchorCtr="0" forceAA="0" compatLnSpc="1">
              <a:prstTxWarp prst="textNoShape">
                <a:avLst/>
              </a:prstTxWarp>
              <a:spAutoFit/>
            </a:bodyPr>
            <a:lstStyle/>
            <a:p>
              <a:pPr>
                <a:spcAft>
                  <a:spcPts val="600"/>
                </a:spcAft>
                <a:defRPr/>
              </a:pPr>
              <a:r>
                <a:rPr lang="en-GB" sz="1200" b="1" dirty="0">
                  <a:solidFill>
                    <a:srgbClr val="3A3A3A"/>
                  </a:solidFill>
                  <a:latin typeface="Montserrat" pitchFamily="2" charset="77"/>
                </a:rPr>
                <a:t>Next Step </a:t>
              </a:r>
              <a:r>
                <a:rPr lang="en-GB" sz="1200" dirty="0">
                  <a:solidFill>
                    <a:srgbClr val="3A3A3A"/>
                  </a:solidFill>
                  <a:latin typeface="Montserrat" pitchFamily="2" charset="77"/>
                </a:rPr>
                <a:t>: Deploy a specialist "Geo-Agent" to cluster anomalies by origin country/region.</a:t>
              </a:r>
              <a:endParaRPr lang="fr-FR" sz="1200" dirty="0">
                <a:solidFill>
                  <a:srgbClr val="3A3A3A"/>
                </a:solidFill>
                <a:latin typeface="Montserrat" pitchFamily="2" charset="77"/>
              </a:endParaRPr>
            </a:p>
          </p:txBody>
        </p:sp>
      </p:grpSp>
      <p:grpSp>
        <p:nvGrpSpPr>
          <p:cNvPr id="60" name="Gruppieren 159">
            <a:extLst>
              <a:ext uri="{FF2B5EF4-FFF2-40B4-BE49-F238E27FC236}">
                <a16:creationId xmlns:a16="http://schemas.microsoft.com/office/drawing/2014/main" id="{0EC275FE-9A39-01E1-4933-77A23B265313}"/>
              </a:ext>
            </a:extLst>
          </p:cNvPr>
          <p:cNvGrpSpPr>
            <a:grpSpLocks/>
          </p:cNvGrpSpPr>
          <p:nvPr/>
        </p:nvGrpSpPr>
        <p:grpSpPr>
          <a:xfrm>
            <a:off x="423821" y="4761933"/>
            <a:ext cx="4942057" cy="1454789"/>
            <a:chOff x="424162" y="1936932"/>
            <a:chExt cx="4926237" cy="1091092"/>
          </a:xfrm>
        </p:grpSpPr>
        <p:cxnSp>
          <p:nvCxnSpPr>
            <p:cNvPr id="61" name="Gerade Verbindung 22">
              <a:extLst>
                <a:ext uri="{FF2B5EF4-FFF2-40B4-BE49-F238E27FC236}">
                  <a16:creationId xmlns:a16="http://schemas.microsoft.com/office/drawing/2014/main" id="{B0A28B79-36E7-F3BC-64BE-12AF6EE2F3CA}"/>
                </a:ext>
              </a:extLst>
            </p:cNvPr>
            <p:cNvCxnSpPr>
              <a:cxnSpLocks/>
            </p:cNvCxnSpPr>
            <p:nvPr/>
          </p:nvCxnSpPr>
          <p:spPr bwMode="gray">
            <a:xfrm>
              <a:off x="425450" y="2199208"/>
              <a:ext cx="4924949" cy="0"/>
            </a:xfrm>
            <a:prstGeom prst="line">
              <a:avLst/>
            </a:prstGeom>
            <a:ln w="12700">
              <a:solidFill>
                <a:srgbClr val="143E74"/>
              </a:solidFill>
            </a:ln>
          </p:spPr>
          <p:style>
            <a:lnRef idx="1">
              <a:schemeClr val="accent1"/>
            </a:lnRef>
            <a:fillRef idx="0">
              <a:schemeClr val="accent1"/>
            </a:fillRef>
            <a:effectRef idx="0">
              <a:schemeClr val="accent1"/>
            </a:effectRef>
            <a:fontRef idx="minor">
              <a:schemeClr val="tx1"/>
            </a:fontRef>
          </p:style>
        </p:cxnSp>
        <p:sp>
          <p:nvSpPr>
            <p:cNvPr id="62" name="Textplatzhalter 13">
              <a:extLst>
                <a:ext uri="{FF2B5EF4-FFF2-40B4-BE49-F238E27FC236}">
                  <a16:creationId xmlns:a16="http://schemas.microsoft.com/office/drawing/2014/main" id="{04F9B7E8-306F-62FE-60EC-DA9E0596B665}"/>
                </a:ext>
              </a:extLst>
            </p:cNvPr>
            <p:cNvSpPr txBox="1">
              <a:spLocks/>
            </p:cNvSpPr>
            <p:nvPr/>
          </p:nvSpPr>
          <p:spPr bwMode="gray">
            <a:xfrm>
              <a:off x="424165" y="1936932"/>
              <a:ext cx="3739926" cy="262277"/>
            </a:xfrm>
            <a:prstGeom prst="rect">
              <a:avLst/>
            </a:prstGeom>
          </p:spPr>
          <p:txBody>
            <a:bodyPr vert="horz" wrap="square" lIns="0" tIns="0" rIns="0" bIns="72000" rtlCol="0" anchor="b">
              <a:spAutoFit/>
            </a:bodyPr>
            <a:lstStyle>
              <a:defPPr>
                <a:defRPr lang="de-DE"/>
              </a:defPPr>
              <a:lvl1pPr marL="0" indent="0">
                <a:lnSpc>
                  <a:spcPct val="100000"/>
                </a:lnSpc>
                <a:spcBef>
                  <a:spcPts val="400"/>
                </a:spcBef>
                <a:buFont typeface="Arial" pitchFamily="34" charset="0"/>
                <a:buNone/>
                <a:defRPr sz="1300" cap="all">
                  <a:solidFill>
                    <a:schemeClr val="tx2"/>
                  </a:solidFill>
                  <a:latin typeface="+mn-lt"/>
                  <a:ea typeface="Verdana" pitchFamily="34" charset="0"/>
                  <a:cs typeface="Verdana" pitchFamily="34" charset="0"/>
                </a:defRPr>
              </a:lvl1pPr>
              <a:lvl2pPr marL="180975" indent="-180975">
                <a:lnSpc>
                  <a:spcPct val="95000"/>
                </a:lnSpc>
                <a:spcBef>
                  <a:spcPts val="400"/>
                </a:spcBef>
                <a:buFont typeface="Wingdings" pitchFamily="2" charset="2"/>
                <a:buChar char="§"/>
                <a:defRPr sz="1300">
                  <a:latin typeface="+mn-lt"/>
                  <a:ea typeface="Verdana" pitchFamily="34" charset="0"/>
                  <a:cs typeface="Verdana" pitchFamily="34" charset="0"/>
                </a:defRPr>
              </a:lvl2pPr>
              <a:lvl3pPr marL="361950" indent="-180975">
                <a:lnSpc>
                  <a:spcPct val="95000"/>
                </a:lnSpc>
                <a:spcBef>
                  <a:spcPts val="400"/>
                </a:spcBef>
                <a:buFont typeface="Arial" pitchFamily="34" charset="0"/>
                <a:buChar char="̵"/>
                <a:defRPr sz="1300">
                  <a:latin typeface="+mn-lt"/>
                  <a:ea typeface="Verdana" pitchFamily="34" charset="0"/>
                  <a:cs typeface="Verdana" pitchFamily="34" charset="0"/>
                </a:defRPr>
              </a:lvl3pPr>
              <a:lvl4pPr marL="534988" indent="-173038">
                <a:lnSpc>
                  <a:spcPct val="95000"/>
                </a:lnSpc>
                <a:spcBef>
                  <a:spcPts val="400"/>
                </a:spcBef>
                <a:buFont typeface="Arial" pitchFamily="34" charset="0"/>
                <a:buChar char="̵"/>
                <a:defRPr sz="1300">
                  <a:latin typeface="+mn-lt"/>
                  <a:ea typeface="Verdana" pitchFamily="34" charset="0"/>
                  <a:cs typeface="Verdana" pitchFamily="34" charset="0"/>
                </a:defRPr>
              </a:lvl4pPr>
              <a:lvl5pPr marL="715963" indent="-180975">
                <a:lnSpc>
                  <a:spcPct val="95000"/>
                </a:lnSpc>
                <a:spcBef>
                  <a:spcPts val="400"/>
                </a:spcBef>
                <a:buFont typeface="Arial" pitchFamily="34" charset="0"/>
                <a:buChar char="̵"/>
                <a:defRPr sz="1300">
                  <a:latin typeface="+mn-lt"/>
                  <a:ea typeface="Verdana" pitchFamily="34" charset="0"/>
                  <a:cs typeface="Verdana" pitchFamily="34" charset="0"/>
                </a:defRPr>
              </a:lvl5pPr>
              <a:lvl6pPr marL="2514600" indent="-228600">
                <a:spcBef>
                  <a:spcPct val="20000"/>
                </a:spcBef>
                <a:buFont typeface="Arial" pitchFamily="34" charset="0"/>
                <a:buChar char="•"/>
                <a:defRPr sz="2000">
                  <a:latin typeface="+mn-lt"/>
                </a:defRPr>
              </a:lvl6pPr>
              <a:lvl7pPr marL="2971800" indent="-228600">
                <a:spcBef>
                  <a:spcPct val="20000"/>
                </a:spcBef>
                <a:buFont typeface="Arial" pitchFamily="34" charset="0"/>
                <a:buChar char="•"/>
                <a:defRPr sz="2000">
                  <a:latin typeface="+mn-lt"/>
                </a:defRPr>
              </a:lvl7pPr>
              <a:lvl8pPr marL="3429000" indent="-228600">
                <a:spcBef>
                  <a:spcPct val="20000"/>
                </a:spcBef>
                <a:buFont typeface="Arial" pitchFamily="34" charset="0"/>
                <a:buChar char="•"/>
                <a:defRPr sz="2000">
                  <a:latin typeface="+mn-lt"/>
                </a:defRPr>
              </a:lvl8pPr>
              <a:lvl9pPr marL="3886200" indent="-228600">
                <a:spcBef>
                  <a:spcPct val="20000"/>
                </a:spcBef>
                <a:buFont typeface="Arial" pitchFamily="34" charset="0"/>
                <a:buChar char="•"/>
                <a:defRPr sz="2000">
                  <a:latin typeface="+mn-lt"/>
                </a:defRPr>
              </a:lvl9pPr>
            </a:lstStyle>
            <a:p>
              <a:r>
                <a:rPr lang="fr-FR" sz="1800" b="1" cap="none" dirty="0">
                  <a:solidFill>
                    <a:srgbClr val="3A3A3A"/>
                  </a:solidFill>
                  <a:latin typeface="Montserrat" pitchFamily="2" charset="77"/>
                </a:rPr>
                <a:t>4. LLM Non-</a:t>
              </a:r>
              <a:r>
                <a:rPr lang="fr-FR" sz="1800" b="1" cap="none" dirty="0" err="1">
                  <a:solidFill>
                    <a:srgbClr val="3A3A3A"/>
                  </a:solidFill>
                  <a:latin typeface="Montserrat" pitchFamily="2" charset="77"/>
                </a:rPr>
                <a:t>Determinism</a:t>
              </a:r>
              <a:endParaRPr lang="fr-FR" sz="1800" b="1" cap="none" dirty="0">
                <a:solidFill>
                  <a:srgbClr val="3A3A3A"/>
                </a:solidFill>
                <a:latin typeface="Montserrat" pitchFamily="2" charset="77"/>
              </a:endParaRPr>
            </a:p>
          </p:txBody>
        </p:sp>
        <p:sp>
          <p:nvSpPr>
            <p:cNvPr id="63" name="Rechteck 162">
              <a:extLst>
                <a:ext uri="{FF2B5EF4-FFF2-40B4-BE49-F238E27FC236}">
                  <a16:creationId xmlns:a16="http://schemas.microsoft.com/office/drawing/2014/main" id="{278C8F89-3F5E-81CD-E902-67BD759D73A5}"/>
                </a:ext>
              </a:extLst>
            </p:cNvPr>
            <p:cNvSpPr>
              <a:spLocks/>
            </p:cNvSpPr>
            <p:nvPr/>
          </p:nvSpPr>
          <p:spPr>
            <a:xfrm flipH="1">
              <a:off x="424162" y="2199208"/>
              <a:ext cx="4143975" cy="8288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08000" rIns="0" bIns="72000" numCol="1" spcCol="0" rtlCol="0" fromWordArt="0" anchor="t" anchorCtr="0" forceAA="0" compatLnSpc="1">
              <a:prstTxWarp prst="textNoShape">
                <a:avLst/>
              </a:prstTxWarp>
              <a:spAutoFit/>
            </a:bodyPr>
            <a:lstStyle/>
            <a:p>
              <a:pPr>
                <a:spcAft>
                  <a:spcPts val="600"/>
                </a:spcAft>
                <a:defRPr/>
              </a:pPr>
              <a:r>
                <a:rPr lang="en-GB" sz="1200" b="1" dirty="0">
                  <a:solidFill>
                    <a:srgbClr val="3A3A3A"/>
                  </a:solidFill>
                  <a:latin typeface="Montserrat" pitchFamily="2" charset="77"/>
                </a:rPr>
                <a:t>Risk</a:t>
              </a:r>
              <a:r>
                <a:rPr lang="en-GB" sz="1200" dirty="0">
                  <a:solidFill>
                    <a:srgbClr val="3A3A3A"/>
                  </a:solidFill>
                  <a:latin typeface="Montserrat" pitchFamily="2" charset="77"/>
                </a:rPr>
                <a:t> : Even at temperature=0, the semantic interpretation varies slightly across runs.       </a:t>
              </a:r>
              <a:r>
                <a:rPr lang="en-GB" sz="1200" b="1" dirty="0">
                  <a:solidFill>
                    <a:srgbClr val="3A3A3A"/>
                  </a:solidFill>
                  <a:latin typeface="Montserrat" pitchFamily="2" charset="77"/>
                </a:rPr>
                <a:t>Mitigation</a:t>
              </a:r>
              <a:r>
                <a:rPr lang="en-GB" sz="1200" dirty="0">
                  <a:solidFill>
                    <a:srgbClr val="3A3A3A"/>
                  </a:solidFill>
                  <a:latin typeface="Montserrat" pitchFamily="2" charset="77"/>
                </a:rPr>
                <a:t> : Strictly confine the LLM to the final narrative; keep all numerical ranking strictly deterministic.</a:t>
              </a:r>
              <a:endParaRPr lang="fr-FR" sz="1200" dirty="0">
                <a:solidFill>
                  <a:srgbClr val="3A3A3A"/>
                </a:solidFill>
                <a:latin typeface="Montserrat" pitchFamily="2" charset="77"/>
              </a:endParaRPr>
            </a:p>
          </p:txBody>
        </p:sp>
      </p:grpSp>
      <p:sp>
        <p:nvSpPr>
          <p:cNvPr id="64" name="Freihandform: Form 142">
            <a:extLst>
              <a:ext uri="{FF2B5EF4-FFF2-40B4-BE49-F238E27FC236}">
                <a16:creationId xmlns:a16="http://schemas.microsoft.com/office/drawing/2014/main" id="{8B5935D0-5511-1B2C-07FE-B282C4009762}"/>
              </a:ext>
            </a:extLst>
          </p:cNvPr>
          <p:cNvSpPr>
            <a:spLocks/>
          </p:cNvSpPr>
          <p:nvPr/>
        </p:nvSpPr>
        <p:spPr>
          <a:xfrm>
            <a:off x="6113942" y="4027516"/>
            <a:ext cx="1531396" cy="1762649"/>
          </a:xfrm>
          <a:custGeom>
            <a:avLst/>
            <a:gdLst>
              <a:gd name="connsiteX0" fmla="*/ 698863 w 698862"/>
              <a:gd name="connsiteY0" fmla="*/ 605199 h 806978"/>
              <a:gd name="connsiteX1" fmla="*/ 698863 w 698862"/>
              <a:gd name="connsiteY1" fmla="*/ 201710 h 806978"/>
              <a:gd name="connsiteX2" fmla="*/ 349431 w 698862"/>
              <a:gd name="connsiteY2" fmla="*/ 0 h 806978"/>
              <a:gd name="connsiteX3" fmla="*/ 0 w 698862"/>
              <a:gd name="connsiteY3" fmla="*/ 201710 h 806978"/>
              <a:gd name="connsiteX4" fmla="*/ 0 w 698862"/>
              <a:gd name="connsiteY4" fmla="*/ 605199 h 806978"/>
              <a:gd name="connsiteX5" fmla="*/ 349431 w 698862"/>
              <a:gd name="connsiteY5" fmla="*/ 806979 h 806978"/>
              <a:gd name="connsiteX6" fmla="*/ 698863 w 698862"/>
              <a:gd name="connsiteY6" fmla="*/ 605199 h 806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8862" h="806978">
                <a:moveTo>
                  <a:pt x="698863" y="605199"/>
                </a:moveTo>
                <a:lnTo>
                  <a:pt x="698863" y="201710"/>
                </a:lnTo>
                <a:lnTo>
                  <a:pt x="349431" y="0"/>
                </a:lnTo>
                <a:lnTo>
                  <a:pt x="0" y="201710"/>
                </a:lnTo>
                <a:lnTo>
                  <a:pt x="0" y="605199"/>
                </a:lnTo>
                <a:lnTo>
                  <a:pt x="349431" y="806979"/>
                </a:lnTo>
                <a:lnTo>
                  <a:pt x="698863" y="605199"/>
                </a:lnTo>
                <a:close/>
              </a:path>
            </a:pathLst>
          </a:custGeom>
          <a:solidFill>
            <a:srgbClr val="D1D1D1"/>
          </a:solidFill>
          <a:ln w="38100" cap="flat">
            <a:solidFill>
              <a:schemeClr val="bg1"/>
            </a:solidFill>
            <a:prstDash val="solid"/>
            <a:miter/>
          </a:ln>
        </p:spPr>
        <p:txBody>
          <a:bodyPr rtlCol="0" anchor="ctr"/>
          <a:lstStyle/>
          <a:p>
            <a:pPr algn="ctr"/>
            <a:r>
              <a:rPr lang="en-US" sz="3200" b="1">
                <a:solidFill>
                  <a:schemeClr val="bg1"/>
                </a:solidFill>
                <a:latin typeface="Montserrat" pitchFamily="2" charset="77"/>
              </a:rPr>
              <a:t>03</a:t>
            </a:r>
          </a:p>
        </p:txBody>
      </p:sp>
      <p:sp>
        <p:nvSpPr>
          <p:cNvPr id="65" name="Freihandform: Form 143">
            <a:extLst>
              <a:ext uri="{FF2B5EF4-FFF2-40B4-BE49-F238E27FC236}">
                <a16:creationId xmlns:a16="http://schemas.microsoft.com/office/drawing/2014/main" id="{8449E3FD-A7DC-1E0B-4240-6A0720DE40F7}"/>
              </a:ext>
            </a:extLst>
          </p:cNvPr>
          <p:cNvSpPr>
            <a:spLocks/>
          </p:cNvSpPr>
          <p:nvPr/>
        </p:nvSpPr>
        <p:spPr>
          <a:xfrm>
            <a:off x="4582391" y="4027516"/>
            <a:ext cx="1531551" cy="1762649"/>
          </a:xfrm>
          <a:custGeom>
            <a:avLst/>
            <a:gdLst>
              <a:gd name="connsiteX0" fmla="*/ 698933 w 698932"/>
              <a:gd name="connsiteY0" fmla="*/ 605199 h 806978"/>
              <a:gd name="connsiteX1" fmla="*/ 698933 w 698932"/>
              <a:gd name="connsiteY1" fmla="*/ 201710 h 806978"/>
              <a:gd name="connsiteX2" fmla="*/ 349501 w 698932"/>
              <a:gd name="connsiteY2" fmla="*/ 0 h 806978"/>
              <a:gd name="connsiteX3" fmla="*/ 0 w 698932"/>
              <a:gd name="connsiteY3" fmla="*/ 201710 h 806978"/>
              <a:gd name="connsiteX4" fmla="*/ 0 w 698932"/>
              <a:gd name="connsiteY4" fmla="*/ 605199 h 806978"/>
              <a:gd name="connsiteX5" fmla="*/ 349501 w 698932"/>
              <a:gd name="connsiteY5" fmla="*/ 806979 h 806978"/>
              <a:gd name="connsiteX6" fmla="*/ 698933 w 698932"/>
              <a:gd name="connsiteY6" fmla="*/ 605199 h 806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8932" h="806978">
                <a:moveTo>
                  <a:pt x="698933" y="605199"/>
                </a:moveTo>
                <a:lnTo>
                  <a:pt x="698933" y="201710"/>
                </a:lnTo>
                <a:lnTo>
                  <a:pt x="349501" y="0"/>
                </a:lnTo>
                <a:lnTo>
                  <a:pt x="0" y="201710"/>
                </a:lnTo>
                <a:lnTo>
                  <a:pt x="0" y="605199"/>
                </a:lnTo>
                <a:lnTo>
                  <a:pt x="349501" y="806979"/>
                </a:lnTo>
                <a:lnTo>
                  <a:pt x="698933" y="605199"/>
                </a:lnTo>
                <a:close/>
              </a:path>
            </a:pathLst>
          </a:custGeom>
          <a:solidFill>
            <a:srgbClr val="D1D1D1"/>
          </a:solidFill>
          <a:ln w="38100" cap="flat">
            <a:solidFill>
              <a:schemeClr val="bg1"/>
            </a:solidFill>
            <a:prstDash val="solid"/>
            <a:miter/>
          </a:ln>
        </p:spPr>
        <p:txBody>
          <a:bodyPr rtlCol="0" anchor="ctr"/>
          <a:lstStyle/>
          <a:p>
            <a:pPr algn="ctr"/>
            <a:r>
              <a:rPr lang="en-US" sz="3200" b="1">
                <a:solidFill>
                  <a:schemeClr val="bg1"/>
                </a:solidFill>
                <a:latin typeface="Montserrat" pitchFamily="2" charset="77"/>
              </a:rPr>
              <a:t>04</a:t>
            </a:r>
          </a:p>
        </p:txBody>
      </p:sp>
      <p:sp>
        <p:nvSpPr>
          <p:cNvPr id="66" name="Freihandform: Form 144">
            <a:extLst>
              <a:ext uri="{FF2B5EF4-FFF2-40B4-BE49-F238E27FC236}">
                <a16:creationId xmlns:a16="http://schemas.microsoft.com/office/drawing/2014/main" id="{E4423266-1A5D-2DAF-9992-C6971D039739}"/>
              </a:ext>
            </a:extLst>
          </p:cNvPr>
          <p:cNvSpPr>
            <a:spLocks/>
          </p:cNvSpPr>
          <p:nvPr/>
        </p:nvSpPr>
        <p:spPr>
          <a:xfrm>
            <a:off x="6879645" y="2710926"/>
            <a:ext cx="1531396" cy="1762649"/>
          </a:xfrm>
          <a:custGeom>
            <a:avLst/>
            <a:gdLst>
              <a:gd name="connsiteX0" fmla="*/ 698863 w 698862"/>
              <a:gd name="connsiteY0" fmla="*/ 605269 h 806978"/>
              <a:gd name="connsiteX1" fmla="*/ 698863 w 698862"/>
              <a:gd name="connsiteY1" fmla="*/ 201780 h 806978"/>
              <a:gd name="connsiteX2" fmla="*/ 349432 w 698862"/>
              <a:gd name="connsiteY2" fmla="*/ 0 h 806978"/>
              <a:gd name="connsiteX3" fmla="*/ 0 w 698862"/>
              <a:gd name="connsiteY3" fmla="*/ 201780 h 806978"/>
              <a:gd name="connsiteX4" fmla="*/ 0 w 698862"/>
              <a:gd name="connsiteY4" fmla="*/ 605269 h 806978"/>
              <a:gd name="connsiteX5" fmla="*/ 349432 w 698862"/>
              <a:gd name="connsiteY5" fmla="*/ 806979 h 806978"/>
              <a:gd name="connsiteX6" fmla="*/ 698863 w 698862"/>
              <a:gd name="connsiteY6" fmla="*/ 605269 h 806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8862" h="806978">
                <a:moveTo>
                  <a:pt x="698863" y="605269"/>
                </a:moveTo>
                <a:lnTo>
                  <a:pt x="698863" y="201780"/>
                </a:lnTo>
                <a:lnTo>
                  <a:pt x="349432" y="0"/>
                </a:lnTo>
                <a:lnTo>
                  <a:pt x="0" y="201780"/>
                </a:lnTo>
                <a:lnTo>
                  <a:pt x="0" y="605269"/>
                </a:lnTo>
                <a:lnTo>
                  <a:pt x="349432" y="806979"/>
                </a:lnTo>
                <a:lnTo>
                  <a:pt x="698863" y="605269"/>
                </a:lnTo>
                <a:close/>
              </a:path>
            </a:pathLst>
          </a:custGeom>
          <a:solidFill>
            <a:srgbClr val="D1D1D1"/>
          </a:solidFill>
          <a:ln w="38100" cap="flat">
            <a:solidFill>
              <a:schemeClr val="bg1"/>
            </a:solidFill>
            <a:prstDash val="solid"/>
            <a:miter/>
          </a:ln>
        </p:spPr>
        <p:txBody>
          <a:bodyPr rtlCol="0" anchor="ctr"/>
          <a:lstStyle/>
          <a:p>
            <a:pPr algn="ctr"/>
            <a:r>
              <a:rPr lang="en-US" sz="3200" b="1">
                <a:solidFill>
                  <a:schemeClr val="bg1"/>
                </a:solidFill>
                <a:latin typeface="Montserrat" pitchFamily="2" charset="77"/>
              </a:rPr>
              <a:t>02</a:t>
            </a:r>
          </a:p>
        </p:txBody>
      </p:sp>
      <p:sp>
        <p:nvSpPr>
          <p:cNvPr id="67" name="Freihandform: Form 146">
            <a:extLst>
              <a:ext uri="{FF2B5EF4-FFF2-40B4-BE49-F238E27FC236}">
                <a16:creationId xmlns:a16="http://schemas.microsoft.com/office/drawing/2014/main" id="{506BCDEA-91A5-5571-D456-AD8443DF6751}"/>
              </a:ext>
            </a:extLst>
          </p:cNvPr>
          <p:cNvSpPr>
            <a:spLocks/>
          </p:cNvSpPr>
          <p:nvPr/>
        </p:nvSpPr>
        <p:spPr>
          <a:xfrm>
            <a:off x="3816694" y="2710926"/>
            <a:ext cx="1531551" cy="1762649"/>
          </a:xfrm>
          <a:custGeom>
            <a:avLst/>
            <a:gdLst>
              <a:gd name="connsiteX0" fmla="*/ 698932 w 698932"/>
              <a:gd name="connsiteY0" fmla="*/ 605269 h 806978"/>
              <a:gd name="connsiteX1" fmla="*/ 698932 w 698932"/>
              <a:gd name="connsiteY1" fmla="*/ 201780 h 806978"/>
              <a:gd name="connsiteX2" fmla="*/ 349431 w 698932"/>
              <a:gd name="connsiteY2" fmla="*/ 0 h 806978"/>
              <a:gd name="connsiteX3" fmla="*/ 0 w 698932"/>
              <a:gd name="connsiteY3" fmla="*/ 201780 h 806978"/>
              <a:gd name="connsiteX4" fmla="*/ 0 w 698932"/>
              <a:gd name="connsiteY4" fmla="*/ 605269 h 806978"/>
              <a:gd name="connsiteX5" fmla="*/ 349431 w 698932"/>
              <a:gd name="connsiteY5" fmla="*/ 806979 h 806978"/>
              <a:gd name="connsiteX6" fmla="*/ 698932 w 698932"/>
              <a:gd name="connsiteY6" fmla="*/ 605269 h 806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8932" h="806978">
                <a:moveTo>
                  <a:pt x="698932" y="605269"/>
                </a:moveTo>
                <a:lnTo>
                  <a:pt x="698932" y="201780"/>
                </a:lnTo>
                <a:lnTo>
                  <a:pt x="349431" y="0"/>
                </a:lnTo>
                <a:lnTo>
                  <a:pt x="0" y="201780"/>
                </a:lnTo>
                <a:lnTo>
                  <a:pt x="0" y="605269"/>
                </a:lnTo>
                <a:lnTo>
                  <a:pt x="349431" y="806979"/>
                </a:lnTo>
                <a:lnTo>
                  <a:pt x="698932" y="605269"/>
                </a:lnTo>
                <a:close/>
              </a:path>
            </a:pathLst>
          </a:custGeom>
          <a:solidFill>
            <a:srgbClr val="D1D1D1"/>
          </a:solidFill>
          <a:ln w="38100" cap="flat">
            <a:solidFill>
              <a:schemeClr val="bg1"/>
            </a:solidFill>
            <a:prstDash val="solid"/>
            <a:miter/>
          </a:ln>
        </p:spPr>
        <p:txBody>
          <a:bodyPr rtlCol="0" anchor="ctr"/>
          <a:lstStyle/>
          <a:p>
            <a:pPr algn="ctr"/>
            <a:r>
              <a:rPr lang="en-US" sz="3200" b="1">
                <a:solidFill>
                  <a:schemeClr val="bg1"/>
                </a:solidFill>
                <a:latin typeface="Montserrat" pitchFamily="2" charset="77"/>
              </a:rPr>
              <a:t>05</a:t>
            </a:r>
          </a:p>
        </p:txBody>
      </p:sp>
      <p:sp>
        <p:nvSpPr>
          <p:cNvPr id="68" name="Freihandform: Form 147">
            <a:extLst>
              <a:ext uri="{FF2B5EF4-FFF2-40B4-BE49-F238E27FC236}">
                <a16:creationId xmlns:a16="http://schemas.microsoft.com/office/drawing/2014/main" id="{6B61BDCC-4418-E3C4-8703-76BE0FD79756}"/>
              </a:ext>
            </a:extLst>
          </p:cNvPr>
          <p:cNvSpPr>
            <a:spLocks/>
          </p:cNvSpPr>
          <p:nvPr/>
        </p:nvSpPr>
        <p:spPr>
          <a:xfrm>
            <a:off x="6113942" y="1394180"/>
            <a:ext cx="1531396" cy="1762803"/>
          </a:xfrm>
          <a:custGeom>
            <a:avLst/>
            <a:gdLst>
              <a:gd name="connsiteX0" fmla="*/ 698863 w 698862"/>
              <a:gd name="connsiteY0" fmla="*/ 605269 h 807048"/>
              <a:gd name="connsiteX1" fmla="*/ 698863 w 698862"/>
              <a:gd name="connsiteY1" fmla="*/ 201779 h 807048"/>
              <a:gd name="connsiteX2" fmla="*/ 349431 w 698862"/>
              <a:gd name="connsiteY2" fmla="*/ 0 h 807048"/>
              <a:gd name="connsiteX3" fmla="*/ 0 w 698862"/>
              <a:gd name="connsiteY3" fmla="*/ 201779 h 807048"/>
              <a:gd name="connsiteX4" fmla="*/ 0 w 698862"/>
              <a:gd name="connsiteY4" fmla="*/ 605269 h 807048"/>
              <a:gd name="connsiteX5" fmla="*/ 349431 w 698862"/>
              <a:gd name="connsiteY5" fmla="*/ 807048 h 807048"/>
              <a:gd name="connsiteX6" fmla="*/ 698863 w 698862"/>
              <a:gd name="connsiteY6" fmla="*/ 605269 h 807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8862" h="807048">
                <a:moveTo>
                  <a:pt x="698863" y="605269"/>
                </a:moveTo>
                <a:lnTo>
                  <a:pt x="698863" y="201779"/>
                </a:lnTo>
                <a:lnTo>
                  <a:pt x="349431" y="0"/>
                </a:lnTo>
                <a:lnTo>
                  <a:pt x="0" y="201779"/>
                </a:lnTo>
                <a:lnTo>
                  <a:pt x="0" y="605269"/>
                </a:lnTo>
                <a:lnTo>
                  <a:pt x="349431" y="807048"/>
                </a:lnTo>
                <a:lnTo>
                  <a:pt x="698863" y="605269"/>
                </a:lnTo>
                <a:close/>
              </a:path>
            </a:pathLst>
          </a:custGeom>
          <a:solidFill>
            <a:srgbClr val="D1D1D1"/>
          </a:solidFill>
          <a:ln w="38100" cap="flat">
            <a:solidFill>
              <a:schemeClr val="bg1"/>
            </a:solidFill>
            <a:prstDash val="solid"/>
            <a:miter/>
          </a:ln>
        </p:spPr>
        <p:txBody>
          <a:bodyPr rtlCol="0" anchor="ctr"/>
          <a:lstStyle/>
          <a:p>
            <a:pPr algn="ctr"/>
            <a:r>
              <a:rPr lang="en-US" sz="3200" b="1">
                <a:solidFill>
                  <a:schemeClr val="bg1"/>
                </a:solidFill>
                <a:latin typeface="Montserrat" pitchFamily="2" charset="77"/>
              </a:rPr>
              <a:t>01</a:t>
            </a:r>
          </a:p>
        </p:txBody>
      </p:sp>
      <p:sp>
        <p:nvSpPr>
          <p:cNvPr id="69" name="Freihandform: Form 148">
            <a:extLst>
              <a:ext uri="{FF2B5EF4-FFF2-40B4-BE49-F238E27FC236}">
                <a16:creationId xmlns:a16="http://schemas.microsoft.com/office/drawing/2014/main" id="{6A464D12-A5AE-52A8-5C36-3983C80CB674}"/>
              </a:ext>
            </a:extLst>
          </p:cNvPr>
          <p:cNvSpPr>
            <a:spLocks/>
          </p:cNvSpPr>
          <p:nvPr/>
        </p:nvSpPr>
        <p:spPr>
          <a:xfrm>
            <a:off x="4582391" y="1394180"/>
            <a:ext cx="1531551" cy="1762803"/>
          </a:xfrm>
          <a:custGeom>
            <a:avLst/>
            <a:gdLst>
              <a:gd name="connsiteX0" fmla="*/ 698933 w 698932"/>
              <a:gd name="connsiteY0" fmla="*/ 605269 h 807048"/>
              <a:gd name="connsiteX1" fmla="*/ 698933 w 698932"/>
              <a:gd name="connsiteY1" fmla="*/ 201779 h 807048"/>
              <a:gd name="connsiteX2" fmla="*/ 349501 w 698932"/>
              <a:gd name="connsiteY2" fmla="*/ 0 h 807048"/>
              <a:gd name="connsiteX3" fmla="*/ 0 w 698932"/>
              <a:gd name="connsiteY3" fmla="*/ 201779 h 807048"/>
              <a:gd name="connsiteX4" fmla="*/ 0 w 698932"/>
              <a:gd name="connsiteY4" fmla="*/ 605269 h 807048"/>
              <a:gd name="connsiteX5" fmla="*/ 349501 w 698932"/>
              <a:gd name="connsiteY5" fmla="*/ 807048 h 807048"/>
              <a:gd name="connsiteX6" fmla="*/ 698933 w 698932"/>
              <a:gd name="connsiteY6" fmla="*/ 605269 h 807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8932" h="807048">
                <a:moveTo>
                  <a:pt x="698933" y="605269"/>
                </a:moveTo>
                <a:lnTo>
                  <a:pt x="698933" y="201779"/>
                </a:lnTo>
                <a:lnTo>
                  <a:pt x="349501" y="0"/>
                </a:lnTo>
                <a:lnTo>
                  <a:pt x="0" y="201779"/>
                </a:lnTo>
                <a:lnTo>
                  <a:pt x="0" y="605269"/>
                </a:lnTo>
                <a:lnTo>
                  <a:pt x="349501" y="807048"/>
                </a:lnTo>
                <a:lnTo>
                  <a:pt x="698933" y="605269"/>
                </a:lnTo>
                <a:close/>
              </a:path>
            </a:pathLst>
          </a:custGeom>
          <a:solidFill>
            <a:srgbClr val="D1D1D1"/>
          </a:solidFill>
          <a:ln w="38100" cap="flat">
            <a:solidFill>
              <a:schemeClr val="bg1"/>
            </a:solidFill>
            <a:prstDash val="solid"/>
            <a:miter/>
          </a:ln>
        </p:spPr>
        <p:txBody>
          <a:bodyPr rtlCol="0" anchor="ctr"/>
          <a:lstStyle/>
          <a:p>
            <a:pPr algn="ctr"/>
            <a:r>
              <a:rPr lang="en-US" sz="3200" b="1" dirty="0">
                <a:solidFill>
                  <a:schemeClr val="bg1"/>
                </a:solidFill>
                <a:latin typeface="Montserrat" pitchFamily="2" charset="77"/>
              </a:rPr>
              <a:t>06</a:t>
            </a:r>
          </a:p>
        </p:txBody>
      </p:sp>
      <p:sp>
        <p:nvSpPr>
          <p:cNvPr id="70" name="Freihandform: Form 145">
            <a:extLst>
              <a:ext uri="{FF2B5EF4-FFF2-40B4-BE49-F238E27FC236}">
                <a16:creationId xmlns:a16="http://schemas.microsoft.com/office/drawing/2014/main" id="{DE78A2F3-D364-E665-B2CE-B40AE25FE926}"/>
              </a:ext>
            </a:extLst>
          </p:cNvPr>
          <p:cNvSpPr>
            <a:spLocks noChangeAspect="1"/>
          </p:cNvSpPr>
          <p:nvPr/>
        </p:nvSpPr>
        <p:spPr>
          <a:xfrm>
            <a:off x="5378705" y="2745988"/>
            <a:ext cx="1470476" cy="1692529"/>
          </a:xfrm>
          <a:custGeom>
            <a:avLst/>
            <a:gdLst>
              <a:gd name="connsiteX0" fmla="*/ 698863 w 698862"/>
              <a:gd name="connsiteY0" fmla="*/ 605269 h 806978"/>
              <a:gd name="connsiteX1" fmla="*/ 698863 w 698862"/>
              <a:gd name="connsiteY1" fmla="*/ 201780 h 806978"/>
              <a:gd name="connsiteX2" fmla="*/ 349432 w 698862"/>
              <a:gd name="connsiteY2" fmla="*/ 0 h 806978"/>
              <a:gd name="connsiteX3" fmla="*/ 0 w 698862"/>
              <a:gd name="connsiteY3" fmla="*/ 201780 h 806978"/>
              <a:gd name="connsiteX4" fmla="*/ 0 w 698862"/>
              <a:gd name="connsiteY4" fmla="*/ 605269 h 806978"/>
              <a:gd name="connsiteX5" fmla="*/ 349432 w 698862"/>
              <a:gd name="connsiteY5" fmla="*/ 806979 h 806978"/>
              <a:gd name="connsiteX6" fmla="*/ 698863 w 698862"/>
              <a:gd name="connsiteY6" fmla="*/ 605269 h 806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8862" h="806978">
                <a:moveTo>
                  <a:pt x="698863" y="605269"/>
                </a:moveTo>
                <a:lnTo>
                  <a:pt x="698863" y="201780"/>
                </a:lnTo>
                <a:lnTo>
                  <a:pt x="349432" y="0"/>
                </a:lnTo>
                <a:lnTo>
                  <a:pt x="0" y="201780"/>
                </a:lnTo>
                <a:lnTo>
                  <a:pt x="0" y="605269"/>
                </a:lnTo>
                <a:lnTo>
                  <a:pt x="349432" y="806979"/>
                </a:lnTo>
                <a:lnTo>
                  <a:pt x="698863" y="605269"/>
                </a:lnTo>
                <a:close/>
              </a:path>
            </a:pathLst>
          </a:custGeom>
          <a:solidFill>
            <a:srgbClr val="00B050"/>
          </a:solidFill>
          <a:ln w="19050" cap="flat">
            <a:solidFill>
              <a:srgbClr val="00B050"/>
            </a:solidFill>
            <a:prstDash val="solid"/>
            <a:miter/>
          </a:ln>
        </p:spPr>
        <p:txBody>
          <a:bodyPr rtlCol="0" anchor="ctr"/>
          <a:lstStyle/>
          <a:p>
            <a:endParaRPr lang="en-US" sz="1400">
              <a:solidFill>
                <a:schemeClr val="bg1"/>
              </a:solidFill>
              <a:latin typeface="Montserrat" pitchFamily="2" charset="77"/>
            </a:endParaRPr>
          </a:p>
        </p:txBody>
      </p:sp>
      <p:sp>
        <p:nvSpPr>
          <p:cNvPr id="71" name="TextBox 20">
            <a:extLst>
              <a:ext uri="{FF2B5EF4-FFF2-40B4-BE49-F238E27FC236}">
                <a16:creationId xmlns:a16="http://schemas.microsoft.com/office/drawing/2014/main" id="{4431C13B-535D-459C-4A13-02439A24E7CB}"/>
              </a:ext>
            </a:extLst>
          </p:cNvPr>
          <p:cNvSpPr txBox="1">
            <a:spLocks/>
          </p:cNvSpPr>
          <p:nvPr>
            <p:custDataLst>
              <p:tags r:id="rId1"/>
            </p:custDataLst>
          </p:nvPr>
        </p:nvSpPr>
        <p:spPr>
          <a:xfrm>
            <a:off x="5479609" y="3222921"/>
            <a:ext cx="1268668" cy="738664"/>
          </a:xfrm>
          <a:prstGeom prst="rect">
            <a:avLst/>
          </a:prstGeom>
          <a:noFill/>
        </p:spPr>
        <p:txBody>
          <a:bodyPr wrap="square" lIns="0" tIns="0" rIns="0" bIns="0" rtlCol="0" anchor="ctr">
            <a:spAutoFit/>
          </a:bodyPr>
          <a:lstStyle/>
          <a:p>
            <a:pPr algn="ctr" defTabSz="914377">
              <a:spcAft>
                <a:spcPts val="300"/>
              </a:spcAft>
              <a:defRPr/>
            </a:pPr>
            <a:r>
              <a:rPr lang="fr-FR" sz="1600" b="1" dirty="0">
                <a:solidFill>
                  <a:schemeClr val="bg1"/>
                </a:solidFill>
                <a:latin typeface="Montserrat" pitchFamily="2" charset="77"/>
                <a:sym typeface="Futura"/>
              </a:rPr>
              <a:t>Roadmap to Production</a:t>
            </a:r>
            <a:endParaRPr lang="fr-FR" sz="1600" dirty="0">
              <a:solidFill>
                <a:schemeClr val="bg1"/>
              </a:solidFill>
              <a:latin typeface="Montserrat" pitchFamily="2" charset="77"/>
              <a:sym typeface="Futura"/>
            </a:endParaRPr>
          </a:p>
        </p:txBody>
      </p:sp>
      <p:sp>
        <p:nvSpPr>
          <p:cNvPr id="72" name="TextBox 71">
            <a:extLst>
              <a:ext uri="{FF2B5EF4-FFF2-40B4-BE49-F238E27FC236}">
                <a16:creationId xmlns:a16="http://schemas.microsoft.com/office/drawing/2014/main" id="{68B4F17A-FA37-D81B-4E10-717498A8EBF1}"/>
              </a:ext>
            </a:extLst>
          </p:cNvPr>
          <p:cNvSpPr txBox="1"/>
          <p:nvPr/>
        </p:nvSpPr>
        <p:spPr>
          <a:xfrm>
            <a:off x="331776" y="3665270"/>
            <a:ext cx="3599543" cy="646331"/>
          </a:xfrm>
          <a:prstGeom prst="rect">
            <a:avLst/>
          </a:prstGeom>
          <a:noFill/>
        </p:spPr>
        <p:txBody>
          <a:bodyPr wrap="square">
            <a:spAutoFit/>
          </a:bodyPr>
          <a:lstStyle/>
          <a:p>
            <a:pPr>
              <a:spcAft>
                <a:spcPts val="600"/>
              </a:spcAft>
              <a:defRPr/>
            </a:pPr>
            <a:r>
              <a:rPr lang="en-GB" sz="1200" b="1" dirty="0">
                <a:solidFill>
                  <a:srgbClr val="3A3A3A"/>
                </a:solidFill>
                <a:latin typeface="Montserrat" pitchFamily="2" charset="77"/>
              </a:rPr>
              <a:t>Limitation </a:t>
            </a:r>
            <a:r>
              <a:rPr lang="en-GB" sz="1200" dirty="0">
                <a:solidFill>
                  <a:srgbClr val="3A3A3A"/>
                </a:solidFill>
                <a:latin typeface="Montserrat" pitchFamily="2" charset="77"/>
              </a:rPr>
              <a:t>:</a:t>
            </a:r>
            <a:r>
              <a:rPr lang="en-GB" sz="1200" b="1" dirty="0">
                <a:solidFill>
                  <a:srgbClr val="3A3A3A"/>
                </a:solidFill>
                <a:latin typeface="Montserrat" pitchFamily="2" charset="77"/>
              </a:rPr>
              <a:t> </a:t>
            </a:r>
            <a:r>
              <a:rPr lang="en-GB" sz="1200" dirty="0">
                <a:solidFill>
                  <a:srgbClr val="3A3A3A"/>
                </a:solidFill>
                <a:latin typeface="Montserrat" pitchFamily="2" charset="77"/>
              </a:rPr>
              <a:t>The current model scores routes independently, ignoring broader regional threat clusters.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2240"/>
        </a:solidFill>
        <a:effectLst/>
      </p:bgPr>
    </p:bg>
    <p:spTree>
      <p:nvGrpSpPr>
        <p:cNvPr id="1" name="">
          <a:extLst>
            <a:ext uri="{FF2B5EF4-FFF2-40B4-BE49-F238E27FC236}">
              <a16:creationId xmlns:a16="http://schemas.microsoft.com/office/drawing/2014/main" id="{66B7A109-4DCE-AEF4-5780-7C37372FE59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65D7206-9210-52CA-00B8-D53375BCFF4D}"/>
              </a:ext>
            </a:extLst>
          </p:cNvPr>
          <p:cNvSpPr/>
          <p:nvPr/>
        </p:nvSpPr>
        <p:spPr>
          <a:xfrm>
            <a:off x="0" y="0"/>
            <a:ext cx="12191695" cy="36576"/>
          </a:xfrm>
          <a:prstGeom prst="rect">
            <a:avLst/>
          </a:prstGeom>
          <a:solidFill>
            <a:srgbClr val="4A9E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BE89F173-C7C6-0FCF-D548-BD04A3188FCF}"/>
              </a:ext>
            </a:extLst>
          </p:cNvPr>
          <p:cNvSpPr/>
          <p:nvPr/>
        </p:nvSpPr>
        <p:spPr>
          <a:xfrm>
            <a:off x="731520" y="2623537"/>
            <a:ext cx="1828800" cy="9525"/>
          </a:xfrm>
          <a:prstGeom prst="rect">
            <a:avLst/>
          </a:prstGeom>
          <a:solidFill>
            <a:srgbClr val="4A9E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 name="TextBox 4">
            <a:extLst>
              <a:ext uri="{FF2B5EF4-FFF2-40B4-BE49-F238E27FC236}">
                <a16:creationId xmlns:a16="http://schemas.microsoft.com/office/drawing/2014/main" id="{5984C764-7BCE-F148-7A30-319F411A209B}"/>
              </a:ext>
            </a:extLst>
          </p:cNvPr>
          <p:cNvSpPr txBox="1"/>
          <p:nvPr/>
        </p:nvSpPr>
        <p:spPr>
          <a:xfrm>
            <a:off x="731519" y="1649702"/>
            <a:ext cx="10850052" cy="1097280"/>
          </a:xfrm>
          <a:prstGeom prst="rect">
            <a:avLst/>
          </a:prstGeom>
          <a:noFill/>
        </p:spPr>
        <p:txBody>
          <a:bodyPr wrap="square">
            <a:noAutofit/>
          </a:bodyPr>
          <a:lstStyle/>
          <a:p>
            <a:pPr>
              <a:defRPr sz="2000" b="1">
                <a:solidFill>
                  <a:srgbClr val="002240"/>
                </a:solidFill>
                <a:latin typeface="Calibri"/>
              </a:defRPr>
            </a:pPr>
            <a:r>
              <a:rPr lang="en-GB" sz="4000" b="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Take-Home Message</a:t>
            </a:r>
            <a:endParaRPr lang="en-GB">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 name="Rectangle 6">
            <a:extLst>
              <a:ext uri="{FF2B5EF4-FFF2-40B4-BE49-F238E27FC236}">
                <a16:creationId xmlns:a16="http://schemas.microsoft.com/office/drawing/2014/main" id="{E840243E-4F06-193D-AF18-EC16A3CD7AD2}"/>
              </a:ext>
            </a:extLst>
          </p:cNvPr>
          <p:cNvSpPr/>
          <p:nvPr/>
        </p:nvSpPr>
        <p:spPr>
          <a:xfrm>
            <a:off x="12118543" y="0"/>
            <a:ext cx="73152" cy="6858000"/>
          </a:xfrm>
          <a:prstGeom prst="rect">
            <a:avLst/>
          </a:prstGeom>
          <a:solidFill>
            <a:srgbClr val="4A9E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luiss_logo_white.png">
            <a:extLst>
              <a:ext uri="{FF2B5EF4-FFF2-40B4-BE49-F238E27FC236}">
                <a16:creationId xmlns:a16="http://schemas.microsoft.com/office/drawing/2014/main" id="{A103E5CD-D7E2-1BB1-7DFF-90553B89C4EA}"/>
              </a:ext>
            </a:extLst>
          </p:cNvPr>
          <p:cNvPicPr>
            <a:picLocks noChangeAspect="1"/>
          </p:cNvPicPr>
          <p:nvPr/>
        </p:nvPicPr>
        <p:blipFill>
          <a:blip r:embed="rId2"/>
          <a:stretch>
            <a:fillRect/>
          </a:stretch>
        </p:blipFill>
        <p:spPr>
          <a:xfrm>
            <a:off x="548640" y="6464807"/>
            <a:ext cx="1109888" cy="201167"/>
          </a:xfrm>
          <a:prstGeom prst="rect">
            <a:avLst/>
          </a:prstGeom>
        </p:spPr>
      </p:pic>
      <p:sp>
        <p:nvSpPr>
          <p:cNvPr id="10" name="TextBox 9">
            <a:extLst>
              <a:ext uri="{FF2B5EF4-FFF2-40B4-BE49-F238E27FC236}">
                <a16:creationId xmlns:a16="http://schemas.microsoft.com/office/drawing/2014/main" id="{75A3B4B7-7CF4-C2DD-058C-C67056FD3DED}"/>
              </a:ext>
            </a:extLst>
          </p:cNvPr>
          <p:cNvSpPr txBox="1"/>
          <p:nvPr/>
        </p:nvSpPr>
        <p:spPr>
          <a:xfrm>
            <a:off x="731519" y="2837151"/>
            <a:ext cx="10530840" cy="1373603"/>
          </a:xfrm>
          <a:prstGeom prst="rect">
            <a:avLst/>
          </a:prstGeom>
          <a:noFill/>
        </p:spPr>
        <p:txBody>
          <a:bodyPr wrap="square">
            <a:noAutofit/>
          </a:bodyPr>
          <a:lstStyle/>
          <a:p>
            <a:pPr>
              <a:lnSpc>
                <a:spcPct val="150000"/>
              </a:lnSpc>
            </a:pPr>
            <a:r>
              <a:rPr lang="en-GB" sz="2000" dirty="0">
                <a:solidFill>
                  <a:srgbClr val="94A7C8"/>
                </a:solidFill>
                <a:latin typeface="Helvetica Neue" pitchFamily="34" charset="0"/>
                <a:ea typeface="Helvetica Neue" pitchFamily="34" charset="-122"/>
                <a:cs typeface="Helvetica Neue" pitchFamily="34" charset="-120"/>
              </a:rPr>
              <a:t>“</a:t>
            </a:r>
            <a:r>
              <a:rPr lang="en-GB" sz="2000" dirty="0">
                <a:solidFill>
                  <a:schemeClr val="bg1"/>
                </a:solidFill>
                <a:latin typeface="Helvetica Neue" pitchFamily="34" charset="0"/>
                <a:ea typeface="Helvetica Neue" pitchFamily="34" charset="-122"/>
                <a:cs typeface="Helvetica Neue" pitchFamily="34" charset="-120"/>
              </a:rPr>
              <a:t>Agentic AI doesn't make classical pipelines obsolete; it makes them accessible. The math stays deterministic, but the barrier to entry vanishes. We didn’t replace the model, we simply connected it to the operators who need it, in plain English and under a minute.</a:t>
            </a:r>
            <a:r>
              <a:rPr lang="en-GB" sz="2000" dirty="0">
                <a:solidFill>
                  <a:srgbClr val="94A7C8"/>
                </a:solidFill>
                <a:latin typeface="Helvetica Neue" pitchFamily="34" charset="0"/>
                <a:ea typeface="Helvetica Neue" pitchFamily="34" charset="-122"/>
                <a:cs typeface="Helvetica Neue" pitchFamily="34" charset="-120"/>
              </a:rPr>
              <a:t>”</a:t>
            </a:r>
          </a:p>
        </p:txBody>
      </p:sp>
      <p:sp>
        <p:nvSpPr>
          <p:cNvPr id="6" name="Slide Number Placeholder 5">
            <a:extLst>
              <a:ext uri="{FF2B5EF4-FFF2-40B4-BE49-F238E27FC236}">
                <a16:creationId xmlns:a16="http://schemas.microsoft.com/office/drawing/2014/main" id="{A6B5DE9F-99EC-B98D-1667-864894EA6C03}"/>
              </a:ext>
            </a:extLst>
          </p:cNvPr>
          <p:cNvSpPr>
            <a:spLocks noGrp="1"/>
          </p:cNvSpPr>
          <p:nvPr>
            <p:ph type="sldNum" sz="quarter" idx="12"/>
          </p:nvPr>
        </p:nvSpPr>
        <p:spPr>
          <a:xfrm>
            <a:off x="9601200" y="6356350"/>
            <a:ext cx="2133600" cy="365125"/>
          </a:xfrm>
        </p:spPr>
        <p:txBody>
          <a:bodyPr/>
          <a:lstStyle/>
          <a:p>
            <a:fld id="{C1FF6DA9-008F-8B48-92A6-B652298478BF}" type="slidenum">
              <a:rPr lang="en-US" smtClean="0"/>
              <a:pPr/>
              <a:t>17</a:t>
            </a:fld>
            <a:endParaRPr lang="en-US">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2" name="TextBox 11">
            <a:extLst>
              <a:ext uri="{FF2B5EF4-FFF2-40B4-BE49-F238E27FC236}">
                <a16:creationId xmlns:a16="http://schemas.microsoft.com/office/drawing/2014/main" id="{90DA32D8-7F92-7F76-2F48-D161AF57135F}"/>
              </a:ext>
            </a:extLst>
          </p:cNvPr>
          <p:cNvSpPr txBox="1"/>
          <p:nvPr/>
        </p:nvSpPr>
        <p:spPr>
          <a:xfrm>
            <a:off x="731520" y="4809065"/>
            <a:ext cx="10530840" cy="982132"/>
          </a:xfrm>
          <a:prstGeom prst="rect">
            <a:avLst/>
          </a:prstGeom>
          <a:noFill/>
        </p:spPr>
        <p:txBody>
          <a:bodyPr wrap="square">
            <a:noAutofit/>
          </a:bodyPr>
          <a:lstStyle/>
          <a:p>
            <a:pPr>
              <a:lnSpc>
                <a:spcPct val="150000"/>
              </a:lnSpc>
            </a:pPr>
            <a:r>
              <a:rPr lang="en-GB" sz="1200" b="1" dirty="0">
                <a:solidFill>
                  <a:srgbClr val="94A7C8"/>
                </a:solidFill>
                <a:latin typeface="Helvetica Neue" pitchFamily="34" charset="0"/>
                <a:ea typeface="Helvetica Neue" pitchFamily="34" charset="-122"/>
                <a:cs typeface="Helvetica Neue" pitchFamily="34" charset="-120"/>
              </a:rPr>
              <a:t>Authors &amp; Contact:</a:t>
            </a:r>
          </a:p>
          <a:p>
            <a:pPr>
              <a:lnSpc>
                <a:spcPct val="150000"/>
              </a:lnSpc>
            </a:pPr>
            <a:r>
              <a:rPr lang="en-GB" sz="1200" dirty="0">
                <a:solidFill>
                  <a:srgbClr val="94A7C8"/>
                </a:solidFill>
                <a:latin typeface="Helvetica Neue" pitchFamily="34" charset="0"/>
                <a:ea typeface="Helvetica Neue" pitchFamily="34" charset="-122"/>
                <a:cs typeface="Helvetica Neue" pitchFamily="34" charset="-120"/>
              </a:rPr>
              <a:t>Georges-Alexis Mitracos, Giulio D’Amico </a:t>
            </a:r>
          </a:p>
          <a:p>
            <a:pPr>
              <a:lnSpc>
                <a:spcPct val="150000"/>
              </a:lnSpc>
            </a:pPr>
            <a:r>
              <a:rPr lang="en-GB" sz="1200" i="1" dirty="0">
                <a:solidFill>
                  <a:srgbClr val="94A7C8"/>
                </a:solidFill>
                <a:latin typeface="Helvetica Neue" pitchFamily="34" charset="0"/>
                <a:ea typeface="Helvetica Neue" pitchFamily="34" charset="-122"/>
                <a:cs typeface="Helvetica Neue" pitchFamily="34" charset="-120"/>
              </a:rPr>
              <a:t>LUISS Guido Carli University</a:t>
            </a:r>
          </a:p>
          <a:p>
            <a:pPr>
              <a:lnSpc>
                <a:spcPct val="150000"/>
              </a:lnSpc>
            </a:pPr>
            <a:r>
              <a:rPr lang="en-GB" sz="1200" dirty="0">
                <a:solidFill>
                  <a:srgbClr val="94A7C8"/>
                </a:solidFill>
                <a:latin typeface="Helvetica Neue" pitchFamily="34" charset="0"/>
                <a:ea typeface="Helvetica Neue" pitchFamily="34" charset="-122"/>
                <a:cs typeface="Helvetica Neue" pitchFamily="34" charset="-120"/>
              </a:rPr>
              <a:t> </a:t>
            </a:r>
          </a:p>
        </p:txBody>
      </p:sp>
      <p:sp>
        <p:nvSpPr>
          <p:cNvPr id="14" name="TextBox 13">
            <a:extLst>
              <a:ext uri="{FF2B5EF4-FFF2-40B4-BE49-F238E27FC236}">
                <a16:creationId xmlns:a16="http://schemas.microsoft.com/office/drawing/2014/main" id="{0DD2708C-E63F-6056-D175-7D9C733208E8}"/>
              </a:ext>
            </a:extLst>
          </p:cNvPr>
          <p:cNvSpPr txBox="1"/>
          <p:nvPr/>
        </p:nvSpPr>
        <p:spPr>
          <a:xfrm>
            <a:off x="731519" y="835377"/>
            <a:ext cx="3840480" cy="724155"/>
          </a:xfrm>
          <a:prstGeom prst="rect">
            <a:avLst/>
          </a:prstGeom>
          <a:noFill/>
        </p:spPr>
        <p:txBody>
          <a:bodyPr wrap="square">
            <a:noAutofit/>
          </a:bodyPr>
          <a:lstStyle/>
          <a:p>
            <a:pPr algn="l">
              <a:defRPr sz="6400" b="1">
                <a:solidFill>
                  <a:srgbClr val="4A9ECF"/>
                </a:solidFill>
                <a:latin typeface="Calibri"/>
              </a:defRPr>
            </a:pPr>
            <a:r>
              <a:rPr lang="de-DE" sz="2000">
                <a:latin typeface="Helvetica Neue" panose="02000503000000020004" pitchFamily="2" charset="0"/>
                <a:ea typeface="Helvetica Neue" panose="02000503000000020004" pitchFamily="2" charset="0"/>
                <a:cs typeface="Helvetica Neue" panose="02000503000000020004" pitchFamily="2" charset="0"/>
              </a:rPr>
              <a:t>The End</a:t>
            </a:r>
          </a:p>
        </p:txBody>
      </p:sp>
    </p:spTree>
    <p:extLst>
      <p:ext uri="{BB962C8B-B14F-4D97-AF65-F5344CB8AC3E}">
        <p14:creationId xmlns:p14="http://schemas.microsoft.com/office/powerpoint/2010/main" val="397686726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MIO_SKIP_CDCHECK" val="Tru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30C44798C313584699E3A8FB5B1A2E05" ma:contentTypeVersion="3" ma:contentTypeDescription="Creare un nuovo documento." ma:contentTypeScope="" ma:versionID="2ddf23e3810e538805f81347bc718f84">
  <xsd:schema xmlns:xsd="http://www.w3.org/2001/XMLSchema" xmlns:xs="http://www.w3.org/2001/XMLSchema" xmlns:p="http://schemas.microsoft.com/office/2006/metadata/properties" xmlns:ns2="a20eff3f-6ecd-4354-bbb1-2fc8084a3e9b" targetNamespace="http://schemas.microsoft.com/office/2006/metadata/properties" ma:root="true" ma:fieldsID="a1ff9850791e7c2702c371d25bb9b197" ns2:_="">
    <xsd:import namespace="a20eff3f-6ecd-4354-bbb1-2fc8084a3e9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20eff3f-6ecd-4354-bbb1-2fc8084a3e9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7F5DB3F-3B09-4C00-9BF1-2DBBF3E5AB85}">
  <ds:schemaRefs>
    <ds:schemaRef ds:uri="http://schemas.microsoft.com/sharepoint/v3/contenttype/forms"/>
  </ds:schemaRefs>
</ds:datastoreItem>
</file>

<file path=customXml/itemProps2.xml><?xml version="1.0" encoding="utf-8"?>
<ds:datastoreItem xmlns:ds="http://schemas.openxmlformats.org/officeDocument/2006/customXml" ds:itemID="{6D3E9553-E163-424A-A0E9-EC19A71B49B4}">
  <ds:schemaRefs>
    <ds:schemaRef ds:uri="a20eff3f-6ecd-4354-bbb1-2fc8084a3e9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D71D706-1B0E-4A66-A0DD-9562C2AD1323}">
  <ds:schemaRefs>
    <ds:schemaRef ds:uri="http://www.w3.org/XML/1998/namespace"/>
    <ds:schemaRef ds:uri="http://purl.org/dc/dcmitype/"/>
    <ds:schemaRef ds:uri="http://schemas.microsoft.com/office/2006/metadata/properties"/>
    <ds:schemaRef ds:uri="http://schemas.microsoft.com/office/infopath/2007/PartnerControls"/>
    <ds:schemaRef ds:uri="http://purl.org/dc/terms/"/>
    <ds:schemaRef ds:uri="http://schemas.microsoft.com/office/2006/documentManagement/types"/>
    <ds:schemaRef ds:uri="http://schemas.openxmlformats.org/package/2006/metadata/core-properties"/>
    <ds:schemaRef ds:uri="a20eff3f-6ecd-4354-bbb1-2fc8084a3e9b"/>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0</TotalTime>
  <Words>1743</Words>
  <Application>Microsoft Office PowerPoint</Application>
  <PresentationFormat>Widescreen</PresentationFormat>
  <Paragraphs>175</Paragraphs>
  <Slides>17</Slides>
  <Notes>5</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2</vt:i4>
      </vt:variant>
      <vt:variant>
        <vt:lpstr>Slide Titles</vt:lpstr>
      </vt:variant>
      <vt:variant>
        <vt:i4>17</vt:i4>
      </vt:variant>
    </vt:vector>
  </HeadingPairs>
  <TitlesOfParts>
    <vt:vector size="30" baseType="lpstr">
      <vt:lpstr>Aptos</vt:lpstr>
      <vt:lpstr>Arial</vt:lpstr>
      <vt:lpstr>Calibri</vt:lpstr>
      <vt:lpstr>Georgia</vt:lpstr>
      <vt:lpstr>Helvetica</vt:lpstr>
      <vt:lpstr>Helvetica Neue</vt:lpstr>
      <vt:lpstr>Montserrat</vt:lpstr>
      <vt:lpstr>Montserrat Medium</vt:lpstr>
      <vt:lpstr>Montserrat SemiBold</vt:lpstr>
      <vt:lpstr>Poppins Medium</vt:lpstr>
      <vt:lpstr>Office Theme</vt:lpstr>
      <vt:lpstr>think-cell Slide</vt:lpstr>
      <vt:lpstr>Diapositive think-cell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subject/>
  <dc:creator>Alexis MTC</dc:creator>
  <cp:keywords/>
  <dc:description>generated using python-pptx</dc:description>
  <cp:lastModifiedBy>Alexis MTC</cp:lastModifiedBy>
  <cp:revision>2</cp:revision>
  <dcterms:created xsi:type="dcterms:W3CDTF">2013-01-27T09:14:16Z</dcterms:created>
  <dcterms:modified xsi:type="dcterms:W3CDTF">2026-05-01T18:34:59Z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0x01010030C44798C313584699E3A8FB5B1A2E05</vt:lpwstr>
  </property>
</Properties>
</file>